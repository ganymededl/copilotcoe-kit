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"/>
  </p:notesMasterIdLst>
  <p:sldIdLst>
    <p:sldId id="214748102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6BD1"/>
    <a:srgbClr val="BD46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0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0731D-CB3D-47D5-9EF7-0BEE62EBF8C6}" type="datetimeFigureOut">
              <a:rPr lang="en-AU" smtClean="0"/>
              <a:t>22/10/2026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EDEC6-54FF-41EB-9179-2A8D395007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30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EDEC6-54FF-41EB-9179-2A8D395007D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6894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Main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35526B3-1B77-DA7E-39AC-F0F77964EC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37956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12633-3910-C1C9-2412-C41C74064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0"/>
          <a:stretch/>
        </p:blipFill>
        <p:spPr>
          <a:xfrm>
            <a:off x="0" y="2849737"/>
            <a:ext cx="12379569" cy="400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43EC56-D14B-6EAD-DA40-597D7C1F8990}"/>
              </a:ext>
            </a:extLst>
          </p:cNvPr>
          <p:cNvSpPr/>
          <p:nvPr userDrawn="1"/>
        </p:nvSpPr>
        <p:spPr bwMode="auto">
          <a:xfrm>
            <a:off x="-2" y="0"/>
            <a:ext cx="12379568" cy="4331731"/>
          </a:xfrm>
          <a:prstGeom prst="rect">
            <a:avLst/>
          </a:prstGeom>
          <a:gradFill flip="none" rotWithShape="1">
            <a:gsLst>
              <a:gs pos="52000">
                <a:srgbClr val="FFFFFF"/>
              </a:gs>
              <a:gs pos="42000">
                <a:srgbClr val="FFFFFF">
                  <a:lumMod val="100000"/>
                </a:srgbClr>
              </a:gs>
              <a:gs pos="0">
                <a:schemeClr val="bg1">
                  <a:alpha val="0"/>
                </a:schemeClr>
              </a:gs>
              <a:gs pos="64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207695"/>
            <a:ext cx="4412673" cy="1354217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lang="en-US" sz="44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412673" cy="369332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2400"/>
              <a:t>Subtitle</a:t>
            </a:r>
            <a:endParaRPr lang="en-US"/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CEAEC18-8489-693F-78F7-AC580E3166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5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- Main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35526B3-1B77-DA7E-39AC-F0F77964EC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37956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12633-3910-C1C9-2412-C41C74064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0"/>
          <a:stretch/>
        </p:blipFill>
        <p:spPr>
          <a:xfrm>
            <a:off x="0" y="2849737"/>
            <a:ext cx="12379569" cy="400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43EC56-D14B-6EAD-DA40-597D7C1F8990}"/>
              </a:ext>
            </a:extLst>
          </p:cNvPr>
          <p:cNvSpPr/>
          <p:nvPr userDrawn="1"/>
        </p:nvSpPr>
        <p:spPr bwMode="auto">
          <a:xfrm>
            <a:off x="-2" y="0"/>
            <a:ext cx="12379568" cy="4331731"/>
          </a:xfrm>
          <a:prstGeom prst="rect">
            <a:avLst/>
          </a:prstGeom>
          <a:gradFill flip="none" rotWithShape="1">
            <a:gsLst>
              <a:gs pos="52000">
                <a:srgbClr val="FFFFFF"/>
              </a:gs>
              <a:gs pos="42000">
                <a:srgbClr val="FFFFFF">
                  <a:lumMod val="100000"/>
                </a:srgbClr>
              </a:gs>
              <a:gs pos="0">
                <a:schemeClr val="bg1">
                  <a:alpha val="0"/>
                </a:schemeClr>
              </a:gs>
              <a:gs pos="64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207695"/>
            <a:ext cx="4412673" cy="1354217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lang="en-US" sz="44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412673" cy="369332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2400"/>
              <a:t>Art of the Possible Kick-Off</a:t>
            </a:r>
            <a:endParaRPr lang="en-US"/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CEAEC18-8489-693F-78F7-AC580E3166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9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5AA619-22C5-E624-FD06-098868F01D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035178"/>
            <a:ext cx="9144000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Session or demo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66251B6-6669-3E5F-CBBE-363F82903A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E9310532-FEFD-7A18-695E-D9F2CC968D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870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55125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389A34C-16BA-6C93-03E6-5CD4F485849C}"/>
              </a:ext>
            </a:extLst>
          </p:cNvPr>
          <p:cNvGrpSpPr/>
          <p:nvPr userDrawn="1"/>
        </p:nvGrpSpPr>
        <p:grpSpPr>
          <a:xfrm>
            <a:off x="6892376" y="0"/>
            <a:ext cx="5299623" cy="6858000"/>
            <a:chOff x="6892376" y="0"/>
            <a:chExt cx="5299623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01A791-6B35-799C-BF1D-3492F80D2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9" t="4793" r="55136" b="5416"/>
            <a:stretch/>
          </p:blipFill>
          <p:spPr>
            <a:xfrm>
              <a:off x="7347856" y="0"/>
              <a:ext cx="4844143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0BA37F-491D-6733-8313-62FE44799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6892376" y="0"/>
              <a:ext cx="3173184" cy="6858000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63503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389A34C-16BA-6C93-03E6-5CD4F485849C}"/>
              </a:ext>
            </a:extLst>
          </p:cNvPr>
          <p:cNvGrpSpPr/>
          <p:nvPr userDrawn="1"/>
        </p:nvGrpSpPr>
        <p:grpSpPr>
          <a:xfrm>
            <a:off x="6892376" y="0"/>
            <a:ext cx="5299623" cy="6858000"/>
            <a:chOff x="6892376" y="0"/>
            <a:chExt cx="5299623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01A791-6B35-799C-BF1D-3492F80D2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9" t="4793" r="55136" b="5416"/>
            <a:stretch/>
          </p:blipFill>
          <p:spPr>
            <a:xfrm>
              <a:off x="7347856" y="0"/>
              <a:ext cx="4844143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0BA37F-491D-6733-8313-62FE44799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6892376" y="0"/>
              <a:ext cx="3173184" cy="6858000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B01AA23-E126-1E9B-2812-E55E91413E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2050" y="0"/>
            <a:ext cx="5949950" cy="6857999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023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389A34C-16BA-6C93-03E6-5CD4F485849C}"/>
              </a:ext>
            </a:extLst>
          </p:cNvPr>
          <p:cNvGrpSpPr/>
          <p:nvPr userDrawn="1"/>
        </p:nvGrpSpPr>
        <p:grpSpPr>
          <a:xfrm>
            <a:off x="6892376" y="0"/>
            <a:ext cx="5299623" cy="6858000"/>
            <a:chOff x="6892376" y="0"/>
            <a:chExt cx="5299623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01A791-6B35-799C-BF1D-3492F80D2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19" t="4793" r="55136" b="5416"/>
            <a:stretch/>
          </p:blipFill>
          <p:spPr>
            <a:xfrm>
              <a:off x="7347856" y="0"/>
              <a:ext cx="4844143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D0BA37F-491D-6733-8313-62FE44799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6892376" y="0"/>
              <a:ext cx="3173184" cy="6858000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6E03C92-DE23-2C43-07EE-49514B3D27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7" y="316933"/>
            <a:ext cx="3536997" cy="338554"/>
          </a:xfrm>
        </p:spPr>
        <p:txBody>
          <a:bodyPr anchor="t"/>
          <a:lstStyle>
            <a:lvl1pPr marL="0" indent="0" algn="l" defTabSz="914367" rtl="0" eaLnBrk="1" latinLnBrk="0" hangingPunct="1">
              <a:spcBef>
                <a:spcPts val="0"/>
              </a:spcBef>
              <a:buNone/>
              <a:defRPr lang="en-US" sz="16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79366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955445-9897-4F4A-1AC6-E3E7C73B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5845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989252-C734-F337-C4C4-968C00B8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58062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989252-C734-F337-C4C4-968C00B843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9812"/>
            <a:ext cx="3178980" cy="3959222"/>
          </a:xfrm>
        </p:spPr>
        <p:txBody>
          <a:bodyPr anchor="t" anchorCtr="0"/>
          <a:lstStyle>
            <a:lvl1pPr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D55DC90-96BB-0B22-12A0-75FE75C2C2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01ED40-B32E-3F97-86BC-7F717EDF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  <a:gs pos="65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5B93E4-2B6A-C51B-F70E-802AF87CB943}"/>
              </a:ext>
            </a:extLst>
          </p:cNvPr>
          <p:cNvCxnSpPr/>
          <p:nvPr userDrawn="1"/>
        </p:nvCxnSpPr>
        <p:spPr>
          <a:xfrm>
            <a:off x="585216" y="2013814"/>
            <a:ext cx="3291840" cy="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  <a:gs pos="65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6242220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51C9B6F3-E735-840E-3BE2-D2B3CC818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0311"/>
            <a:ext cx="11018520" cy="430887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C5275CD-9BC7-D5C8-CFA6-C95A6628B7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518" y="1039270"/>
            <a:ext cx="11018520" cy="27699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66689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18B7EF-51F4-0AF3-B6B2-14F3663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0311"/>
            <a:ext cx="11018520" cy="430887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9AC98D00-037E-AA9F-9072-F66D12F7D7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217" y="316933"/>
            <a:ext cx="3536997" cy="338554"/>
          </a:xfrm>
        </p:spPr>
        <p:txBody>
          <a:bodyPr anchor="t"/>
          <a:lstStyle>
            <a:lvl1pPr marL="0" indent="0" algn="l" defTabSz="914367" rtl="0" eaLnBrk="1" latinLnBrk="0" hangingPunct="1">
              <a:spcBef>
                <a:spcPts val="0"/>
              </a:spcBef>
              <a:buNone/>
              <a:defRPr lang="en-US" sz="160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F58507D-BE25-A676-EF32-EE4249E5B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518" y="1039270"/>
            <a:ext cx="11018520" cy="27699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36955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989252-C734-F337-C4C4-968C00B8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0311"/>
            <a:ext cx="4710812" cy="430887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3B58AC5-4798-0617-0437-E66831EDE2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2050" y="0"/>
            <a:ext cx="5949950" cy="6858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65508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A01FF2C-F269-F9D4-58FE-5327AC58EA85}"/>
              </a:ext>
            </a:extLst>
          </p:cNvPr>
          <p:cNvGrpSpPr/>
          <p:nvPr userDrawn="1"/>
        </p:nvGrpSpPr>
        <p:grpSpPr>
          <a:xfrm>
            <a:off x="0" y="0"/>
            <a:ext cx="12296446" cy="6858000"/>
            <a:chOff x="0" y="0"/>
            <a:chExt cx="12296446" cy="6858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82CD50-AEA4-6980-963E-93BE9699F3C5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740519F-E268-7CB3-7FAC-A0AAD0D3EB64}"/>
                  </a:ext>
                </a:extLst>
              </p:cNvPr>
              <p:cNvGrpSpPr/>
              <p:nvPr userDrawn="1"/>
            </p:nvGrpSpPr>
            <p:grpSpPr>
              <a:xfrm>
                <a:off x="3689874" y="0"/>
                <a:ext cx="8502126" cy="6858000"/>
                <a:chOff x="6892376" y="0"/>
                <a:chExt cx="5299623" cy="6858000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D2E78BF7-B153-FE60-3465-D3DDF8223B0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email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harpenSoften amount="-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6919" t="4793" r="55136" b="5416"/>
                <a:stretch/>
              </p:blipFill>
              <p:spPr>
                <a:xfrm>
                  <a:off x="7347856" y="0"/>
                  <a:ext cx="4844143" cy="6858000"/>
                </a:xfrm>
                <a:prstGeom prst="rect">
                  <a:avLst/>
                </a:prstGeom>
              </p:spPr>
            </p:pic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F8471465-94B2-66BF-1358-52C0D344BE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 bwMode="auto">
                <a:xfrm>
                  <a:off x="6892376" y="0"/>
                  <a:ext cx="3173184" cy="6858000"/>
                </a:xfrm>
                <a:prstGeom prst="rect">
                  <a:avLst/>
                </a:prstGeom>
                <a:gradFill flip="none" rotWithShape="1">
                  <a:gsLst>
                    <a:gs pos="19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106421-65CE-0084-9DCD-211DB78EAFB6}"/>
                  </a:ext>
                </a:extLst>
              </p:cNvPr>
              <p:cNvSpPr/>
              <p:nvPr userDrawn="1"/>
            </p:nvSpPr>
            <p:spPr bwMode="auto">
              <a:xfrm>
                <a:off x="0" y="0"/>
                <a:ext cx="6508376" cy="6858000"/>
              </a:xfrm>
              <a:prstGeom prst="rect">
                <a:avLst/>
              </a:prstGeom>
              <a:gradFill flip="none" rotWithShape="1">
                <a:gsLst>
                  <a:gs pos="6600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pic>
          <p:nvPicPr>
            <p:cNvPr id="8" name="Picture 7" descr="Background pattern&#10;&#10;Description automatically generated">
              <a:extLst>
                <a:ext uri="{FF2B5EF4-FFF2-40B4-BE49-F238E27FC236}">
                  <a16:creationId xmlns:a16="http://schemas.microsoft.com/office/drawing/2014/main" id="{1DD810FF-B216-4654-9371-0E4D8D802B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0ED9E3-69CA-604E-F59C-C22F44EAA350}"/>
                </a:ext>
              </a:extLst>
            </p:cNvPr>
            <p:cNvSpPr/>
            <p:nvPr userDrawn="1"/>
          </p:nvSpPr>
          <p:spPr bwMode="auto">
            <a:xfrm>
              <a:off x="0" y="0"/>
              <a:ext cx="12296446" cy="685800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38000">
                  <a:schemeClr val="bg1">
                    <a:alpha val="0"/>
                  </a:schemeClr>
                </a:gs>
              </a:gsLst>
              <a:lin ang="24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75AB46-03F6-AC39-00E9-2B3ABDA7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310108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 w/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dirty="0">
                <a:gradFill>
                  <a:gsLst>
                    <a:gs pos="26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Session or 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BC5B99-509C-464A-99BC-BB61027E6D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063" y="0"/>
            <a:ext cx="6865937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MS logo gray - EMF" descr="Microsoft logo, gray text version">
            <a:extLst>
              <a:ext uri="{FF2B5EF4-FFF2-40B4-BE49-F238E27FC236}">
                <a16:creationId xmlns:a16="http://schemas.microsoft.com/office/drawing/2014/main" id="{B1E4D60A-74D4-CACF-489D-0AF2C448A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73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F6D8AE-12E3-3B11-B34F-E2C5860AB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dirty="0"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cs typeface="Segoe UI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divider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745F133-79AD-2D10-2A29-D251C1E6B0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38554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 or speaker name</a:t>
            </a:r>
          </a:p>
        </p:txBody>
      </p:sp>
    </p:spTree>
    <p:extLst>
      <p:ext uri="{BB962C8B-B14F-4D97-AF65-F5344CB8AC3E}">
        <p14:creationId xmlns:p14="http://schemas.microsoft.com/office/powerpoint/2010/main" val="36994880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E399E1B-A281-406B-2B38-EEFD1987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033223"/>
            <a:ext cx="11018520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dirty="0"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cs typeface="Segoe UI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16922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61274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7F81D6-D960-882D-2677-0F5176A5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8281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0805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268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with Subhea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64810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93312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62666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925279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4786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54972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4779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Backgroun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109616-29F5-2A48-AD26-C036688E660A}"/>
              </a:ext>
            </a:extLst>
          </p:cNvPr>
          <p:cNvSpPr/>
          <p:nvPr userDrawn="1"/>
        </p:nvSpPr>
        <p:spPr bwMode="auto">
          <a:xfrm>
            <a:off x="1" y="0"/>
            <a:ext cx="12192000" cy="143969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844675"/>
            <a:ext cx="11018838" cy="442436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040016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16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Header Line 01">
    <p:bg>
      <p:bgPr>
        <a:gradFill>
          <a:gsLst>
            <a:gs pos="0">
              <a:srgbClr val="120D24"/>
            </a:gs>
            <a:gs pos="100000">
              <a:srgbClr val="290A46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B95D43A3-1599-79ED-3554-60413F569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B0B9755-980E-B04E-95D6-C276F382D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137143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4B2888-1E67-E04C-894E-926FC1FD8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70150" y="2137143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33BC1A1-9771-5646-BEE1-9E5EEAED26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56100" y="2137143"/>
            <a:ext cx="160337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6B558C13-2A32-8A4B-856B-2AB00C477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0463" y="2137143"/>
            <a:ext cx="159702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DFF8B5E8-017D-9448-B30F-CD659C2210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8000" y="2137143"/>
            <a:ext cx="1592263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3243079-7E64-8247-A7DE-8C677FA6F5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2137143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5EF34EC-5A49-5E44-8FF1-785ECE15E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09120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1815091A-D110-584B-AB6E-643B6462EE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70150" y="4509120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DBBF8BC8-BC7B-004B-A427-B1F9D8D919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56100" y="4509120"/>
            <a:ext cx="160337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844592AA-1A9A-8E46-B40A-8739500A22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0463" y="4509120"/>
            <a:ext cx="1597025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6E747F9F-4D5A-1E4C-92B5-549F887E87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8000" y="4509120"/>
            <a:ext cx="1592263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F878EC20-6567-6B45-AE19-F3465093EEC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13950" y="4509120"/>
            <a:ext cx="1595438" cy="646331"/>
          </a:xfrm>
        </p:spPr>
        <p:txBody>
          <a:bodyPr lIns="90000" anchor="t"/>
          <a:lstStyle>
            <a:lvl1pPr marL="179388" indent="-179388">
              <a:buSzPct val="90000"/>
              <a:buFont typeface="Wingdings" pitchFamily="2" charset="2"/>
              <a:buChar char=""/>
              <a:tabLst/>
              <a:defRPr sz="14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A3253A-CBC3-A644-9057-A616EFD62183}"/>
              </a:ext>
            </a:extLst>
          </p:cNvPr>
          <p:cNvCxnSpPr>
            <a:cxnSpLocks/>
          </p:cNvCxnSpPr>
          <p:nvPr userDrawn="1"/>
        </p:nvCxnSpPr>
        <p:spPr>
          <a:xfrm>
            <a:off x="584200" y="2017713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FA9607-273B-BF42-A068-8D930E44C050}"/>
              </a:ext>
            </a:extLst>
          </p:cNvPr>
          <p:cNvCxnSpPr>
            <a:cxnSpLocks/>
          </p:cNvCxnSpPr>
          <p:nvPr userDrawn="1"/>
        </p:nvCxnSpPr>
        <p:spPr>
          <a:xfrm>
            <a:off x="2470150" y="2017713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FB5306-5527-0B40-80C7-DB5C8423B952}"/>
              </a:ext>
            </a:extLst>
          </p:cNvPr>
          <p:cNvCxnSpPr>
            <a:cxnSpLocks/>
          </p:cNvCxnSpPr>
          <p:nvPr userDrawn="1"/>
        </p:nvCxnSpPr>
        <p:spPr>
          <a:xfrm>
            <a:off x="4364037" y="2015240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971A8C-E65D-6B49-ADA2-293469DDD7BC}"/>
              </a:ext>
            </a:extLst>
          </p:cNvPr>
          <p:cNvCxnSpPr>
            <a:cxnSpLocks/>
          </p:cNvCxnSpPr>
          <p:nvPr userDrawn="1"/>
        </p:nvCxnSpPr>
        <p:spPr>
          <a:xfrm>
            <a:off x="6240463" y="2017713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1A700F-7F45-F94C-A435-F7EE30C70A7E}"/>
              </a:ext>
            </a:extLst>
          </p:cNvPr>
          <p:cNvCxnSpPr>
            <a:cxnSpLocks/>
          </p:cNvCxnSpPr>
          <p:nvPr userDrawn="1"/>
        </p:nvCxnSpPr>
        <p:spPr>
          <a:xfrm>
            <a:off x="8124825" y="2017713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EA0204-C4C9-6644-861D-6EB50FE04062}"/>
              </a:ext>
            </a:extLst>
          </p:cNvPr>
          <p:cNvCxnSpPr>
            <a:cxnSpLocks/>
          </p:cNvCxnSpPr>
          <p:nvPr userDrawn="1"/>
        </p:nvCxnSpPr>
        <p:spPr>
          <a:xfrm>
            <a:off x="10013950" y="2017713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1346A5-A33F-5946-9543-99C299D786AC}"/>
              </a:ext>
            </a:extLst>
          </p:cNvPr>
          <p:cNvCxnSpPr>
            <a:cxnSpLocks/>
          </p:cNvCxnSpPr>
          <p:nvPr userDrawn="1"/>
        </p:nvCxnSpPr>
        <p:spPr>
          <a:xfrm>
            <a:off x="584200" y="4365104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4EA3CD-0BD7-E747-A4EB-45424A3C1987}"/>
              </a:ext>
            </a:extLst>
          </p:cNvPr>
          <p:cNvCxnSpPr>
            <a:cxnSpLocks/>
          </p:cNvCxnSpPr>
          <p:nvPr userDrawn="1"/>
        </p:nvCxnSpPr>
        <p:spPr>
          <a:xfrm>
            <a:off x="2495600" y="4365104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B66C269-8DE0-714D-AB7A-BA133A81E3C7}"/>
              </a:ext>
            </a:extLst>
          </p:cNvPr>
          <p:cNvCxnSpPr>
            <a:cxnSpLocks/>
          </p:cNvCxnSpPr>
          <p:nvPr userDrawn="1"/>
        </p:nvCxnSpPr>
        <p:spPr>
          <a:xfrm>
            <a:off x="4364037" y="4362631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539B16-CE2C-3A4D-B528-4C530EFD148D}"/>
              </a:ext>
            </a:extLst>
          </p:cNvPr>
          <p:cNvCxnSpPr>
            <a:cxnSpLocks/>
          </p:cNvCxnSpPr>
          <p:nvPr userDrawn="1"/>
        </p:nvCxnSpPr>
        <p:spPr>
          <a:xfrm>
            <a:off x="6240463" y="4365104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683FC3-D470-6642-8CD2-833A816B7C06}"/>
              </a:ext>
            </a:extLst>
          </p:cNvPr>
          <p:cNvCxnSpPr>
            <a:cxnSpLocks/>
          </p:cNvCxnSpPr>
          <p:nvPr userDrawn="1"/>
        </p:nvCxnSpPr>
        <p:spPr>
          <a:xfrm>
            <a:off x="8124825" y="4365104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3A02AF-593E-A740-8AA5-3E98EC7712B3}"/>
              </a:ext>
            </a:extLst>
          </p:cNvPr>
          <p:cNvCxnSpPr>
            <a:cxnSpLocks/>
          </p:cNvCxnSpPr>
          <p:nvPr userDrawn="1"/>
        </p:nvCxnSpPr>
        <p:spPr>
          <a:xfrm>
            <a:off x="10013950" y="4365104"/>
            <a:ext cx="1595438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B32F430-ED23-B440-BB46-25EFAA521E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4200" y="1436688"/>
            <a:ext cx="1595439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7BE96FEE-E6DA-2941-AEAC-A1C8FC164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0150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732B004-72E3-4E45-A749-459DEFBC17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8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E66FAAC7-8AEC-104A-A5DD-4AEB7AA58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016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5E1D2D98-23BB-FF4A-95AC-2A429CDF84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28000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527C7347-F791-F945-A658-6E2EC13C63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13950" y="1436688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8172C080-65E1-3C46-99C0-978870D28A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200" y="3789040"/>
            <a:ext cx="1595439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4928442B-3D98-0B48-9333-273D8587E0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470150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2961F7B7-1EDB-2C43-951E-B36532A1E7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7808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6345ABD8-4C05-A749-91A9-2D1F286CB7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0016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40D75468-C5B7-204E-BE74-7892BA35FF7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28000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C0D28E3D-12EC-FE42-A86A-CE63CE12A1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13950" y="3789040"/>
            <a:ext cx="1595438" cy="581025"/>
          </a:xfrm>
        </p:spPr>
        <p:txBody>
          <a:bodyPr lIns="90000" tIns="46800" rIns="90000" bIns="46800" anchor="ctr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buNone/>
              <a:defRPr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en-US"/>
              <a:t>Label</a:t>
            </a:r>
          </a:p>
        </p:txBody>
      </p:sp>
    </p:spTree>
    <p:extLst>
      <p:ext uri="{BB962C8B-B14F-4D97-AF65-F5344CB8AC3E}">
        <p14:creationId xmlns:p14="http://schemas.microsoft.com/office/powerpoint/2010/main" val="24063626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2387">
          <p15:clr>
            <a:srgbClr val="FBAE40"/>
          </p15:clr>
        </p15:guide>
        <p15:guide id="32" orient="horz" pos="275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FA81D9D0-A8F0-5981-61F1-95B0C9D3D7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772E02E-9408-3A16-2204-9A9ECDD48808}"/>
              </a:ext>
            </a:extLst>
          </p:cNvPr>
          <p:cNvSpPr txBox="1">
            <a:spLocks/>
          </p:cNvSpPr>
          <p:nvPr userDrawn="1"/>
        </p:nvSpPr>
        <p:spPr>
          <a:xfrm>
            <a:off x="666811" y="370312"/>
            <a:ext cx="9866313" cy="290848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accent2"/>
                </a:soli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 sz="189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Arial Black" panose="020B0A04020102020204" pitchFamily="34" charset="0"/>
              </a:rPr>
              <a:t>”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D89A49A-58E0-6646-8574-0B0729961C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25380" y="4974300"/>
            <a:ext cx="3855502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Name attribute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3C890AF-C449-E34D-86FC-4BE82A41ED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5380" y="5271879"/>
            <a:ext cx="3855502" cy="43088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Job title or another attribute</a:t>
            </a:r>
            <a:br>
              <a:rPr lang="en-US"/>
            </a:br>
            <a:r>
              <a:rPr lang="en-US"/>
              <a:t>Company if applicable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B9A47D2-7C06-3E47-802E-BD9876020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550" y="2194074"/>
            <a:ext cx="6160536" cy="1661993"/>
          </a:xfrm>
        </p:spPr>
        <p:txBody>
          <a:bodyPr anchor="b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“Add quote text here Add quote text here Add quote text here 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3064319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2682">
          <p15:clr>
            <a:srgbClr val="F26B43"/>
          </p15:clr>
        </p15:guide>
        <p15:guide id="23" pos="4998">
          <p15:clr>
            <a:srgbClr val="F26B43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06 w/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C4256E61-BAE0-966F-33FB-4875F4CFF8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76F132-B9CF-86BB-C18A-7AD8C024046B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63639" y="3779493"/>
            <a:ext cx="5908494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Name attribute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DB4C8BDC-6825-414F-89F2-3D7A218725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35900" y="0"/>
            <a:ext cx="43561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0DE3A0D-12BA-BE4F-85C2-FCD13F8635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63639" y="4077072"/>
            <a:ext cx="5908494" cy="43088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Job title or another attribute</a:t>
            </a:r>
            <a:br>
              <a:rPr lang="en-US"/>
            </a:br>
            <a:r>
              <a:rPr lang="en-US"/>
              <a:t>Company if applicable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4AA6D598-4BC5-AF4E-B609-A7442E6DE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9" y="2025650"/>
            <a:ext cx="5908494" cy="553998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33237147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733">
          <p15:clr>
            <a:srgbClr val="5ACBF0"/>
          </p15:clr>
        </p15:guide>
        <p15:guide id="7" pos="4747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  <p15:guide id="11" orient="horz" pos="1956">
          <p15:clr>
            <a:srgbClr val="FBAE40"/>
          </p15:clr>
        </p15:guide>
        <p15:guide id="12" pos="109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F1F936-2918-1FF2-729F-CC935DD14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930402"/>
            <a:ext cx="9144000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dirty="0"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  <a:cs typeface="Segoe UI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Thank you.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BF0865EE-605D-2EAB-43E0-A054281062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442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913491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721222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083398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9292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B1F25D-69F5-D649-BBA0-613396C764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2963" y="1093807"/>
            <a:ext cx="4416425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E421BE-E139-D243-8336-8A8C46F7F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2963" y="2073295"/>
            <a:ext cx="3470275" cy="204363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28600" indent="0">
              <a:buFontTx/>
              <a:buNone/>
              <a:defRPr/>
            </a:lvl2pPr>
            <a:lvl3pPr marL="457200" indent="0">
              <a:buFontTx/>
              <a:buNone/>
              <a:defRPr/>
            </a:lvl3pPr>
            <a:lvl4pPr marL="661988" indent="0">
              <a:buFontTx/>
              <a:buNone/>
              <a:defRPr/>
            </a:lvl4pPr>
            <a:lvl5pPr marL="855663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4312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99075" y="0"/>
            <a:ext cx="689292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B1F25D-69F5-D649-BBA0-613396C764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4200" y="931762"/>
            <a:ext cx="4416425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E421BE-E139-D243-8336-8A8C46F7F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911250"/>
            <a:ext cx="3470275" cy="2302169"/>
          </a:xfrm>
        </p:spPr>
        <p:txBody>
          <a:bodyPr/>
          <a:lstStyle>
            <a:lvl1pPr marL="0" indent="0">
              <a:buFontTx/>
              <a:buNone/>
              <a:defRPr sz="2200"/>
            </a:lvl1pPr>
            <a:lvl2pPr marL="228600" indent="0">
              <a:buFontTx/>
              <a:buNone/>
              <a:defRPr sz="2200"/>
            </a:lvl2pPr>
            <a:lvl3pPr marL="457200" indent="0">
              <a:buFontTx/>
              <a:buNone/>
              <a:defRPr sz="2200"/>
            </a:lvl3pPr>
            <a:lvl4pPr marL="661988" indent="0">
              <a:buFontTx/>
              <a:buNone/>
              <a:defRPr sz="2200"/>
            </a:lvl4pPr>
            <a:lvl5pPr marL="855663" indent="0">
              <a:buFontTx/>
              <a:buNone/>
              <a:defRPr sz="2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3053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>
          <p15:clr>
            <a:srgbClr val="A4A3A4"/>
          </p15:clr>
        </p15:guide>
        <p15:guide id="19" pos="334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upp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585789"/>
            <a:ext cx="12192000" cy="1362282"/>
          </a:xfrm>
          <a:noFill/>
        </p:spPr>
        <p:txBody>
          <a:bodyPr lIns="585216" tIns="0" rIns="585216" bIns="586800" anchor="t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1267896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970526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82892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9" name="MS logo white - EMF" descr="Microsoft logo white text version">
            <a:extLst>
              <a:ext uri="{FF2B5EF4-FFF2-40B4-BE49-F238E27FC236}">
                <a16:creationId xmlns:a16="http://schemas.microsoft.com/office/drawing/2014/main" id="{EDE56B65-3E69-6146-8830-D107DE1E3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29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54948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224980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50190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287"/>
            <a:ext cx="11018520" cy="553998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19969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583106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5068064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36629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10F07-B8D9-4B69-A567-8BEDE6973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99117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33028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92580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596663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8641318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7843401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811885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569652A2-E29C-BE8D-BDD3-DE79D7CD3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9811"/>
            <a:ext cx="3179065" cy="553998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368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92A3BC-F5A8-2DAA-DD0D-D13234BCD4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150413"/>
            <a:ext cx="3080909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68950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ext side by s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9"/>
            <a:ext cx="1873779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663207-1A18-AE82-9D0F-35CDCAABA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2999889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6151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6C194-5DF2-7441-B8B3-5C47E35F2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0387" y="585789"/>
            <a:ext cx="1589088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A8C8003-FE11-344B-91A7-BA3F99AD5E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2963" y="585789"/>
            <a:ext cx="1584325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B0E468-375A-A74A-AD5E-EDC93E485E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387" y="3429000"/>
            <a:ext cx="1589088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3306775-7E51-4F44-B99E-7E1D443B9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2963" y="3429000"/>
            <a:ext cx="1584325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1E6FE8E-4450-8545-9451-92092591B4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585789"/>
            <a:ext cx="1595438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006F60D-85D6-E049-BDFC-888F7E8E95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13950" y="3429000"/>
            <a:ext cx="1595438" cy="2843212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99DD0A3-990A-8748-1537-7378C6019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2884142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2672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itle 3 Colum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8E03-1EA0-214F-BDD2-BA223F1D45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585788"/>
            <a:ext cx="2534350" cy="548745"/>
          </a:xfrm>
        </p:spPr>
        <p:txBody>
          <a:bodyPr anchor="t">
            <a:noAutofit/>
          </a:bodyPr>
          <a:lstStyle>
            <a:lvl1pPr>
              <a:defRPr sz="28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6C194-5DF2-7441-B8B3-5C47E35F2F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70387" y="961465"/>
            <a:ext cx="1589088" cy="24137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A8C8003-FE11-344B-91A7-BA3F99AD5E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92963" y="961465"/>
            <a:ext cx="1584325" cy="24137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B0E468-375A-A74A-AD5E-EDC93E485E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387" y="3818966"/>
            <a:ext cx="1589088" cy="2453246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3306775-7E51-4F44-B99E-7E1D443B9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92963" y="3818965"/>
            <a:ext cx="1584325" cy="24532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1E6FE8E-4450-8545-9451-92092591B4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13950" y="968188"/>
            <a:ext cx="1595438" cy="24137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006F60D-85D6-E049-BDFC-888F7E8E95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13950" y="3832412"/>
            <a:ext cx="1595438" cy="2439800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C8AF00F-83DA-104D-A2BF-D2C439FE9B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0387" y="585789"/>
            <a:ext cx="1587600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4A44678-F325-7746-8C84-E6F44D505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2962" y="585789"/>
            <a:ext cx="1584326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EF3CCAA-003D-324C-9FAA-5B5DC19336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13950" y="585789"/>
            <a:ext cx="1595438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2BCACD0-0017-9A49-9325-DCBC40CB2C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1875" y="3442448"/>
            <a:ext cx="1587600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251C719-BC21-8C4B-9DBC-6E80CFA162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98939" y="3442447"/>
            <a:ext cx="1584326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4273179-F1BC-0844-A024-D6A32BBE63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13950" y="3453944"/>
            <a:ext cx="1595438" cy="360000"/>
          </a:xfrm>
        </p:spPr>
        <p:txBody>
          <a:bodyPr anchor="b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6C6A35A-94DF-F144-AECD-CDD578CC4A7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4200" y="1436688"/>
            <a:ext cx="2538413" cy="124957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1163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8C5A4B86-3999-CC4D-1925-487D3FA19B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71"/>
          <a:stretch/>
        </p:blipFill>
        <p:spPr>
          <a:xfrm>
            <a:off x="0" y="0"/>
            <a:ext cx="43561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2A3B09-F7BC-3C2B-081B-BD1E3B3A5FF6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3118624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t">
            <a:noAutofit/>
          </a:bodyPr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029317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multi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B488C947-40F3-D142-3309-D0AE6BEAD3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71"/>
          <a:stretch/>
        </p:blipFill>
        <p:spPr>
          <a:xfrm>
            <a:off x="-11956" y="0"/>
            <a:ext cx="43561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BB20F6-3BF0-1EF8-34BB-53E93F577668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3118624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7F7DDB-BF21-0B40-8DBB-D5BC0B4C25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25801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Title</a:t>
            </a:r>
          </a:p>
          <a:p>
            <a:pPr lvl="1"/>
            <a:endParaRPr lang="en-US"/>
          </a:p>
          <a:p>
            <a:pPr lvl="1"/>
            <a:r>
              <a:rPr lang="en-US"/>
              <a:t>m: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t: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e: </a:t>
            </a:r>
            <a:r>
              <a:rPr lang="en-US" err="1"/>
              <a:t>xxxxxxxxxxxxxxxxx@microsoft.com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BDDDD90-9BFD-D94C-A026-A013126F2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8288" y="125801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Title</a:t>
            </a:r>
          </a:p>
          <a:p>
            <a:pPr lvl="1"/>
            <a:endParaRPr lang="en-US"/>
          </a:p>
          <a:p>
            <a:pPr lvl="1"/>
            <a:r>
              <a:rPr lang="en-US"/>
              <a:t>m: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t: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e: </a:t>
            </a:r>
            <a:r>
              <a:rPr lang="en-US" err="1"/>
              <a:t>xxxxxxxxxxxxxxxxx@microsoft.com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32B6EB5-03C8-914E-9180-000AE9B40A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1988" y="296068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Title</a:t>
            </a:r>
          </a:p>
          <a:p>
            <a:pPr lvl="1"/>
            <a:endParaRPr lang="en-US"/>
          </a:p>
          <a:p>
            <a:pPr lvl="1"/>
            <a:r>
              <a:rPr lang="en-US"/>
              <a:t>m: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t: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e: </a:t>
            </a:r>
            <a:r>
              <a:rPr lang="en-US" err="1"/>
              <a:t>xxxxxxxxxxxxxxxxx@microsoft.com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E05CAB66-4649-1E49-8948-4B95A4DA20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8388" y="2960688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Title</a:t>
            </a:r>
          </a:p>
          <a:p>
            <a:pPr lvl="1"/>
            <a:endParaRPr lang="en-US"/>
          </a:p>
          <a:p>
            <a:pPr lvl="1"/>
            <a:r>
              <a:rPr lang="en-US"/>
              <a:t>m: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t: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e: </a:t>
            </a:r>
            <a:r>
              <a:rPr lang="en-US" err="1"/>
              <a:t>xxxxxxxxxxxxxxxxx@microsoft.com</a:t>
            </a:r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42F89A67-E82E-F843-9DEB-23D191BCA6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1988" y="4545013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Title</a:t>
            </a:r>
          </a:p>
          <a:p>
            <a:pPr lvl="1"/>
            <a:endParaRPr lang="en-US"/>
          </a:p>
          <a:p>
            <a:pPr lvl="1"/>
            <a:r>
              <a:rPr lang="en-US"/>
              <a:t>m: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t: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e: </a:t>
            </a:r>
            <a:r>
              <a:rPr lang="en-US" err="1"/>
              <a:t>xxxxxxxxxxxxxxxxx@microsoft.com</a:t>
            </a:r>
            <a:endParaRPr lang="en-US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0B8598BC-5AC5-AD4D-A8E2-20CD9CD176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8388" y="4545013"/>
            <a:ext cx="2605087" cy="1323439"/>
          </a:xfrm>
        </p:spPr>
        <p:txBody>
          <a:bodyPr/>
          <a:lstStyle>
            <a:lvl1pPr marL="0" indent="0">
              <a:buNone/>
              <a:defRPr sz="1400">
                <a:latin typeface="+mj-lt"/>
              </a:defRPr>
            </a:lvl1pPr>
            <a:lvl2pPr marL="9525" indent="0">
              <a:buNone/>
              <a:tabLst/>
              <a:defRPr sz="1200">
                <a:solidFill>
                  <a:schemeClr val="accent6"/>
                </a:solidFill>
                <a:latin typeface="+mn-lt"/>
              </a:defRPr>
            </a:lvl2pPr>
            <a:lvl3pPr marL="457200" indent="0">
              <a:buNone/>
              <a:defRPr sz="1200">
                <a:latin typeface="+mn-lt"/>
              </a:defRPr>
            </a:lvl3pPr>
            <a:lvl4pPr marL="661988" indent="0">
              <a:buNone/>
              <a:defRPr sz="1200">
                <a:latin typeface="+mn-lt"/>
              </a:defRPr>
            </a:lvl4pPr>
            <a:lvl5pPr marL="855663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1"/>
            <a:r>
              <a:rPr lang="en-US"/>
              <a:t>Title</a:t>
            </a:r>
          </a:p>
          <a:p>
            <a:pPr lvl="1"/>
            <a:endParaRPr lang="en-US"/>
          </a:p>
          <a:p>
            <a:pPr lvl="1"/>
            <a:r>
              <a:rPr lang="en-US"/>
              <a:t>m: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t: xxx-xxx-</a:t>
            </a:r>
            <a:r>
              <a:rPr lang="en-US" err="1"/>
              <a:t>xxxx</a:t>
            </a:r>
            <a:endParaRPr lang="en-US"/>
          </a:p>
          <a:p>
            <a:pPr lvl="1"/>
            <a:r>
              <a:rPr lang="en-US"/>
              <a:t>e: </a:t>
            </a:r>
            <a:r>
              <a:rPr lang="en-US" err="1"/>
              <a:t>xxxxxxxxxxxxxxxxx@microsoft.com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88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  <p15:guide id="32" pos="5473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multi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FBA90455-9809-B6D8-2D41-0929AEE07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71"/>
          <a:stretch/>
        </p:blipFill>
        <p:spPr>
          <a:xfrm>
            <a:off x="0" y="0"/>
            <a:ext cx="43561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F2023B-7AE5-69C3-01A0-9B1BB63BF268}"/>
              </a:ext>
            </a:extLst>
          </p:cNvPr>
          <p:cNvSpPr/>
          <p:nvPr userDrawn="1"/>
        </p:nvSpPr>
        <p:spPr bwMode="auto">
          <a:xfrm>
            <a:off x="0" y="0"/>
            <a:ext cx="43561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3118624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F144F22-0BD6-9648-A319-DDB697CF3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8289" y="718472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Resource type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F58F7B-2211-6646-985A-CAD949B1B5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88288" y="1346405"/>
            <a:ext cx="2921101" cy="47397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Resource name</a:t>
            </a:r>
          </a:p>
          <a:p>
            <a:pPr lvl="0"/>
            <a:r>
              <a:rPr lang="en-US"/>
              <a:t>Resource name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05EE505-078A-9D4D-AB44-E74DDB284F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43872" y="718472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Resource type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C8C6E084-6AAE-1F47-A359-9627696369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43871" y="1346405"/>
            <a:ext cx="2921101" cy="47397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Resource name</a:t>
            </a:r>
          </a:p>
          <a:p>
            <a:pPr lvl="0"/>
            <a:r>
              <a:rPr lang="en-US"/>
              <a:t>Resource name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1028C337-4BBC-0847-9E7B-072AA5006B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88388" y="2528888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Resource type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CA908C0-CC26-994C-BCBB-16677F403D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88387" y="3156821"/>
            <a:ext cx="2921101" cy="47397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Resource name</a:t>
            </a:r>
          </a:p>
          <a:p>
            <a:pPr lvl="0"/>
            <a:r>
              <a:rPr lang="en-US"/>
              <a:t>Resource name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DF3FE50-082A-0948-BD94-1E474F8B66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43971" y="2528888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Resource type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1B46850-7DCD-C045-8688-B3173EA712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43970" y="3156821"/>
            <a:ext cx="2921101" cy="47397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Resource name</a:t>
            </a:r>
          </a:p>
          <a:p>
            <a:pPr lvl="0"/>
            <a:r>
              <a:rPr lang="en-US"/>
              <a:t>Resource name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2281B86D-86C4-EF4D-8E51-FA06DC5C12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388" y="4508500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Resource type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D7C6A60-8B27-F941-BE59-3393319E04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387" y="5136433"/>
            <a:ext cx="2921101" cy="47397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Resource name</a:t>
            </a:r>
          </a:p>
          <a:p>
            <a:pPr lvl="0"/>
            <a:r>
              <a:rPr lang="en-US"/>
              <a:t>Resource name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65525191-F6B4-544C-B681-5D4D7614A7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43971" y="4508500"/>
            <a:ext cx="2921100" cy="549890"/>
          </a:xfrm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Resource type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382BF458-E658-2448-A63F-544B4E7576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43970" y="5136433"/>
            <a:ext cx="2921101" cy="473976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 marL="228600" indent="0">
              <a:buNone/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Resource name</a:t>
            </a:r>
          </a:p>
          <a:p>
            <a:pPr lvl="0"/>
            <a:r>
              <a:rPr lang="en-US"/>
              <a:t>Resource name</a:t>
            </a:r>
          </a:p>
        </p:txBody>
      </p:sp>
    </p:spTree>
    <p:extLst>
      <p:ext uri="{BB962C8B-B14F-4D97-AF65-F5344CB8AC3E}">
        <p14:creationId xmlns:p14="http://schemas.microsoft.com/office/powerpoint/2010/main" val="25318126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  <p15:guide id="32" pos="5473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2217560-9E17-DBA8-D5FA-9ED06F30B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51"/>
          <a:stretch/>
        </p:blipFill>
        <p:spPr>
          <a:xfrm>
            <a:off x="0" y="0"/>
            <a:ext cx="783329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207726-2370-6483-1AFF-42CB361BBAEA}"/>
              </a:ext>
            </a:extLst>
          </p:cNvPr>
          <p:cNvSpPr/>
          <p:nvPr userDrawn="1"/>
        </p:nvSpPr>
        <p:spPr bwMode="auto">
          <a:xfrm>
            <a:off x="-1" y="0"/>
            <a:ext cx="7833295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45D81-1C8C-4946-BE5C-32EF3FAA542B}"/>
              </a:ext>
            </a:extLst>
          </p:cNvPr>
          <p:cNvSpPr/>
          <p:nvPr userDrawn="1"/>
        </p:nvSpPr>
        <p:spPr bwMode="auto">
          <a:xfrm>
            <a:off x="7835900" y="0"/>
            <a:ext cx="4356100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61404" y="585788"/>
            <a:ext cx="3247983" cy="5683249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31C9FF9-0EE9-A946-8C26-107C9EB0E7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1196752"/>
            <a:ext cx="6088063" cy="2232247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5EB2DC-BE70-8B81-B0B7-6D73ADBFB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6084000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4809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4929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4566">
          <p15:clr>
            <a:srgbClr val="5ACBF0"/>
          </p15:clr>
        </p15:guide>
        <p15:guide id="31" pos="4203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List">
    <p:bg>
      <p:bgPr>
        <a:gradFill>
          <a:gsLst>
            <a:gs pos="0">
              <a:srgbClr val="120D24"/>
            </a:gs>
            <a:gs pos="100000">
              <a:srgbClr val="290A46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E8E3F90-45CE-A83F-3C0D-8D5FC1BBE7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2437A2-AE69-71ED-390F-3AD72B170687}"/>
              </a:ext>
            </a:extLst>
          </p:cNvPr>
          <p:cNvSpPr/>
          <p:nvPr userDrawn="1"/>
        </p:nvSpPr>
        <p:spPr bwMode="auto">
          <a:xfrm>
            <a:off x="3770290" y="585787"/>
            <a:ext cx="7746520" cy="5683249"/>
          </a:xfrm>
          <a:prstGeom prst="roundRect">
            <a:avLst>
              <a:gd name="adj" fmla="val 3567"/>
            </a:avLst>
          </a:prstGeom>
          <a:gradFill>
            <a:gsLst>
              <a:gs pos="0">
                <a:schemeClr val="tx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400000" scaled="0"/>
          </a:gradFill>
          <a:ln>
            <a:noFill/>
          </a:ln>
          <a:effectLst>
            <a:outerShdw blurRad="279400" dist="38100" dir="2700000" algn="tl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2629499" cy="5683250"/>
          </a:xfr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82311" y="1299377"/>
            <a:ext cx="565100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51500-7F31-99F7-4E08-706B57C7B9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82311" y="2504069"/>
            <a:ext cx="565100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B930E5-4B0E-6780-ADDA-04A29A4628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82311" y="3708761"/>
            <a:ext cx="565100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C192156-0C90-14D8-779B-222D86A9A4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82311" y="4913452"/>
            <a:ext cx="565100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876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ext side by s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E60B72-F858-4063-747A-49FFC2B61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0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92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DDDE60-CF92-3E47-B933-9AD563CFC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89442"/>
            <a:ext cx="0" cy="2879117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  <a:tileRect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9E8FB02-E25B-E14D-8924-32CC3949A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4894962" cy="568325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4FD3CD-1AFC-E14A-A565-37F4D59C53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2262" y="585788"/>
            <a:ext cx="4937125" cy="5683249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8819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6" pos="3749">
          <p15:clr>
            <a:srgbClr val="A4A3A4"/>
          </p15:clr>
        </p15:guide>
        <p15:guide id="17" pos="3931">
          <p15:clr>
            <a:srgbClr val="A4A3A4"/>
          </p15:clr>
        </p15:guide>
        <p15:guide id="28" pos="3840">
          <p15:clr>
            <a:srgbClr val="F26B43"/>
          </p15:clr>
        </p15:guide>
        <p15:guide id="29" pos="3454">
          <p15:clr>
            <a:srgbClr val="FBAE40"/>
          </p15:clr>
        </p15:guide>
        <p15:guide id="30" pos="420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rge Number Divi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287FF5-DA2B-6549-A430-2AB0462370E7}"/>
              </a:ext>
            </a:extLst>
          </p:cNvPr>
          <p:cNvSpPr txBox="1"/>
          <p:nvPr userDrawn="1"/>
        </p:nvSpPr>
        <p:spPr>
          <a:xfrm>
            <a:off x="0" y="680485"/>
            <a:ext cx="4356100" cy="6177516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50000" b="1" i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ELT layout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E18D5-0E84-C64E-9599-465CAF603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307806"/>
            <a:ext cx="6667500" cy="2121194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Details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9C9626-6AB7-9442-8C32-698E08BC8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1888" y="585788"/>
            <a:ext cx="6667230" cy="714094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40071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rge Number Divi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ELT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87FF5-DA2B-6549-A430-2AB0462370E7}"/>
              </a:ext>
            </a:extLst>
          </p:cNvPr>
          <p:cNvSpPr txBox="1"/>
          <p:nvPr userDrawn="1"/>
        </p:nvSpPr>
        <p:spPr>
          <a:xfrm>
            <a:off x="0" y="680483"/>
            <a:ext cx="4356100" cy="6177517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>
              <a:defRPr sz="50000" b="1" i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E18D5-0E84-C64E-9599-465CAF603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307806"/>
            <a:ext cx="6667500" cy="2121194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Details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9666AF-1BFD-C547-B312-5E30EBC9B8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1888" y="585788"/>
            <a:ext cx="6667230" cy="714094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83146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rge Number Divi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ELT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87FF5-DA2B-6549-A430-2AB0462370E7}"/>
              </a:ext>
            </a:extLst>
          </p:cNvPr>
          <p:cNvSpPr txBox="1"/>
          <p:nvPr userDrawn="1"/>
        </p:nvSpPr>
        <p:spPr>
          <a:xfrm>
            <a:off x="0" y="680484"/>
            <a:ext cx="4356100" cy="6177516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>
              <a:defRPr sz="50000" b="1" i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E18D5-0E84-C64E-9599-465CAF603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307806"/>
            <a:ext cx="6667500" cy="2121194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Details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3D24FC-F71D-C245-A2DA-55D32F6AA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1888" y="585788"/>
            <a:ext cx="6667230" cy="714094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27285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rge Number Divi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87FF5-DA2B-6549-A430-2AB0462370E7}"/>
              </a:ext>
            </a:extLst>
          </p:cNvPr>
          <p:cNvSpPr txBox="1"/>
          <p:nvPr userDrawn="1"/>
        </p:nvSpPr>
        <p:spPr>
          <a:xfrm>
            <a:off x="0" y="680484"/>
            <a:ext cx="4356100" cy="6177516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>
              <a:defRPr sz="50000" b="1" i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E18D5-0E84-C64E-9599-465CAF603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307806"/>
            <a:ext cx="6667500" cy="2121194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Details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3A573E-5425-E24C-AC5B-D2C67E89FC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1888" y="585788"/>
            <a:ext cx="6667230" cy="714094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23305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rge Number Divid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287FF5-DA2B-6549-A430-2AB0462370E7}"/>
              </a:ext>
            </a:extLst>
          </p:cNvPr>
          <p:cNvSpPr txBox="1"/>
          <p:nvPr userDrawn="1"/>
        </p:nvSpPr>
        <p:spPr>
          <a:xfrm>
            <a:off x="0" y="680484"/>
            <a:ext cx="4356100" cy="6177516"/>
          </a:xfrm>
          <a:prstGeom prst="rect">
            <a:avLst/>
          </a:prstGeom>
          <a:noFill/>
          <a:effectLst>
            <a:outerShdw blurRad="76200" dist="76200" dir="2700000" algn="tl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>
            <a:noAutofit/>
          </a:bodyPr>
          <a:lstStyle>
            <a:defPPr>
              <a:defRPr lang="en-US"/>
            </a:defPPr>
            <a:lvl1pPr>
              <a:defRPr sz="50000" b="1" i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E18D5-0E84-C64E-9599-465CAF603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41888" y="1307806"/>
            <a:ext cx="6667500" cy="2121194"/>
          </a:xfrm>
        </p:spPr>
        <p:txBody>
          <a:bodyPr anchor="t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Details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D9EEC05-DC95-844E-868F-EEEB231AD9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1888" y="585788"/>
            <a:ext cx="6667230" cy="714094"/>
          </a:xfrm>
          <a:noFill/>
        </p:spPr>
        <p:txBody>
          <a:bodyPr wrap="square" lIns="0" tIns="0" rIns="0" bIns="0" anchor="t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821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074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Textu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5678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4DB660C8-FCFE-8CB6-A08E-975F87F66C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57C656-3E5F-8959-00F8-286B44FD1D70}"/>
              </a:ext>
            </a:extLst>
          </p:cNvPr>
          <p:cNvSpPr/>
          <p:nvPr userDrawn="1"/>
        </p:nvSpPr>
        <p:spPr bwMode="auto">
          <a:xfrm>
            <a:off x="0" y="0"/>
            <a:ext cx="1229644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677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7670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dix Blue Bk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7B63-6619-6B40-8D85-1D972ED609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0" y="3152001"/>
            <a:ext cx="5367338" cy="553998"/>
          </a:xfrm>
        </p:spPr>
        <p:txBody>
          <a:bodyPr anchor="b"/>
          <a:lstStyle>
            <a:lvl1pPr marL="0" indent="0">
              <a:buNone/>
              <a:defRPr sz="3600">
                <a:gradFill>
                  <a:gsLst>
                    <a:gs pos="0">
                      <a:schemeClr val="bg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945581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B75252BC-2A15-9D3D-49E1-459E5722BA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12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C33E8-E107-AC85-0D68-58D82E07DF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788" y="959260"/>
            <a:ext cx="11017250" cy="27699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5305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FB1129D1-6431-564C-8572-607F580F1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725" y="0"/>
            <a:ext cx="7941275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870CCD2-DC01-EA68-D65D-9ACFB35746D8}"/>
              </a:ext>
            </a:extLst>
          </p:cNvPr>
          <p:cNvSpPr/>
          <p:nvPr userDrawn="1"/>
        </p:nvSpPr>
        <p:spPr bwMode="auto">
          <a:xfrm>
            <a:off x="4250725" y="0"/>
            <a:ext cx="7941275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199" y="2827164"/>
            <a:ext cx="317298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63FA2-4790-49C1-9B78-C6EC890A16DD}"/>
              </a:ext>
            </a:extLst>
          </p:cNvPr>
          <p:cNvSpPr txBox="1"/>
          <p:nvPr userDrawn="1"/>
        </p:nvSpPr>
        <p:spPr>
          <a:xfrm>
            <a:off x="585231" y="5455510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Customer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81701-DDCA-43B6-9C68-636E43E7EBF6}"/>
              </a:ext>
            </a:extLst>
          </p:cNvPr>
          <p:cNvSpPr txBox="1"/>
          <p:nvPr userDrawn="1"/>
        </p:nvSpPr>
        <p:spPr>
          <a:xfrm>
            <a:off x="2331002" y="5455510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Microsoft resources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96942E-E982-4695-91C8-296676E06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4200" y="5725731"/>
            <a:ext cx="1499917" cy="3323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2F6B756-204A-4346-90B3-21CCEA788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1002" y="5725731"/>
            <a:ext cx="1499917" cy="3323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D2AD0-CCED-48C0-9FE6-DBA1904206B6}"/>
              </a:ext>
            </a:extLst>
          </p:cNvPr>
          <p:cNvSpPr txBox="1"/>
          <p:nvPr userDrawn="1"/>
        </p:nvSpPr>
        <p:spPr>
          <a:xfrm>
            <a:off x="585231" y="1967147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Preparation: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30D9B-ACBA-402A-944D-6980A078F33B}"/>
              </a:ext>
            </a:extLst>
          </p:cNvPr>
          <p:cNvSpPr txBox="1"/>
          <p:nvPr userDrawn="1"/>
        </p:nvSpPr>
        <p:spPr>
          <a:xfrm>
            <a:off x="585231" y="2254832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Delivery: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2C5F3-81CD-42CD-BCFD-7A3AA6404FD1}"/>
              </a:ext>
            </a:extLst>
          </p:cNvPr>
          <p:cNvSpPr txBox="1"/>
          <p:nvPr userDrawn="1"/>
        </p:nvSpPr>
        <p:spPr>
          <a:xfrm>
            <a:off x="585231" y="2542516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Summary: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D616DB0C-0C38-4410-9916-301FB51866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768" y="2013312"/>
            <a:ext cx="2275152" cy="184666"/>
          </a:xfrm>
        </p:spPr>
        <p:txBody>
          <a:bodyPr wrap="square">
            <a:spAutoFit/>
          </a:bodyPr>
          <a:lstStyle>
            <a:lvl1pPr marL="231775" indent="-231775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0A0455A-2312-4C93-BF92-338DE4C1D7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55768" y="2295101"/>
            <a:ext cx="2275152" cy="184666"/>
          </a:xfrm>
        </p:spPr>
        <p:txBody>
          <a:bodyPr wrap="square">
            <a:spAutoFit/>
          </a:bodyPr>
          <a:lstStyle>
            <a:lvl1pPr marL="231775" indent="-231775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472BC81-0EF6-4309-A0E8-0C87F67864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9426" y="713868"/>
            <a:ext cx="652270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68FF79F-E395-4ECE-97A4-BEF4293755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9426" y="3285893"/>
            <a:ext cx="690878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81E55C7-03B8-452B-9281-A2B837B5A8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9426" y="5513892"/>
            <a:ext cx="690878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iagonal Stripe 10">
            <a:extLst>
              <a:ext uri="{FF2B5EF4-FFF2-40B4-BE49-F238E27FC236}">
                <a16:creationId xmlns:a16="http://schemas.microsoft.com/office/drawing/2014/main" id="{E00E7889-4B8A-46BC-8C6E-BC7F3A2CE0DE}"/>
              </a:ext>
            </a:extLst>
          </p:cNvPr>
          <p:cNvSpPr/>
          <p:nvPr/>
        </p:nvSpPr>
        <p:spPr bwMode="auto">
          <a:xfrm rot="5400000">
            <a:off x="10893594" y="-79215"/>
            <a:ext cx="1219186" cy="1377615"/>
          </a:xfrm>
          <a:prstGeom prst="diagStripe">
            <a:avLst/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52400" sx="101000" sy="101000" algn="tl" rotWithShape="0">
              <a:prstClr val="black">
                <a:alpha val="29000"/>
              </a:prstClr>
            </a:outerShdw>
          </a:effectLst>
        </p:spPr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AT" sz="2000">
              <a:solidFill>
                <a:schemeClr val="accent1"/>
              </a:solidFill>
              <a:cs typeface="Segoe UI" pitchFamily="34" charset="0"/>
            </a:endParaRP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2283F741-B0D6-4F96-8028-D69088C5FFAE}"/>
              </a:ext>
            </a:extLst>
          </p:cNvPr>
          <p:cNvSpPr txBox="1"/>
          <p:nvPr userDrawn="1"/>
        </p:nvSpPr>
        <p:spPr>
          <a:xfrm rot="2474928">
            <a:off x="11125817" y="344277"/>
            <a:ext cx="10970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32509">
              <a:defRPr/>
            </a:pPr>
            <a:r>
              <a:rPr lang="en-US" sz="1600" spc="-71">
                <a:solidFill>
                  <a:schemeClr val="accent1"/>
                </a:solidFill>
                <a:latin typeface="+mj-lt"/>
              </a:rPr>
              <a:t>Core module</a:t>
            </a:r>
            <a:endParaRPr lang="de-AT" sz="2000" spc="-7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7BF692-BD25-2DD9-A18C-7088370A79EA}"/>
              </a:ext>
            </a:extLst>
          </p:cNvPr>
          <p:cNvCxnSpPr/>
          <p:nvPr userDrawn="1"/>
        </p:nvCxnSpPr>
        <p:spPr>
          <a:xfrm>
            <a:off x="584200" y="5386333"/>
            <a:ext cx="3291840" cy="0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  <a:gs pos="65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82E2A7C5-0FD6-27A3-1FF9-2232EA69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85791"/>
            <a:ext cx="3307679" cy="845608"/>
          </a:xfrm>
        </p:spPr>
        <p:txBody>
          <a:bodyPr anchor="t" anchorCtr="0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71645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53264684-E94D-2ADC-5BC8-30E2407CD8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725" y="0"/>
            <a:ext cx="794127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E2496E-EAAA-5AF0-0616-C740A793A618}"/>
              </a:ext>
            </a:extLst>
          </p:cNvPr>
          <p:cNvSpPr/>
          <p:nvPr userDrawn="1"/>
        </p:nvSpPr>
        <p:spPr bwMode="auto">
          <a:xfrm>
            <a:off x="4250725" y="0"/>
            <a:ext cx="7941275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8000">
                <a:schemeClr val="bg1">
                  <a:alpha val="0"/>
                </a:schemeClr>
              </a:gs>
            </a:gsLst>
            <a:lin ang="2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199" y="3429000"/>
            <a:ext cx="317298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63FA2-4790-49C1-9B78-C6EC890A16DD}"/>
              </a:ext>
            </a:extLst>
          </p:cNvPr>
          <p:cNvSpPr txBox="1"/>
          <p:nvPr userDrawn="1"/>
        </p:nvSpPr>
        <p:spPr>
          <a:xfrm>
            <a:off x="585231" y="5455510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Customer resources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81701-DDCA-43B6-9C68-636E43E7EBF6}"/>
              </a:ext>
            </a:extLst>
          </p:cNvPr>
          <p:cNvSpPr txBox="1"/>
          <p:nvPr userDrawn="1"/>
        </p:nvSpPr>
        <p:spPr>
          <a:xfrm>
            <a:off x="2331002" y="5455510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Microsoft resources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96942E-E982-4695-91C8-296676E06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4200" y="5725731"/>
            <a:ext cx="1499917" cy="3323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2F6B756-204A-4346-90B3-21CCEA788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1002" y="5725731"/>
            <a:ext cx="1499917" cy="3323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D2AD0-CCED-48C0-9FE6-DBA1904206B6}"/>
              </a:ext>
            </a:extLst>
          </p:cNvPr>
          <p:cNvSpPr txBox="1"/>
          <p:nvPr userDrawn="1"/>
        </p:nvSpPr>
        <p:spPr>
          <a:xfrm>
            <a:off x="585231" y="2568983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Preparation: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A30D9B-ACBA-402A-944D-6980A078F33B}"/>
              </a:ext>
            </a:extLst>
          </p:cNvPr>
          <p:cNvSpPr txBox="1"/>
          <p:nvPr userDrawn="1"/>
        </p:nvSpPr>
        <p:spPr>
          <a:xfrm>
            <a:off x="585231" y="2856668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Delivery: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F2C5F3-81CD-42CD-BCFD-7A3AA6404FD1}"/>
              </a:ext>
            </a:extLst>
          </p:cNvPr>
          <p:cNvSpPr txBox="1"/>
          <p:nvPr userDrawn="1"/>
        </p:nvSpPr>
        <p:spPr>
          <a:xfrm>
            <a:off x="585231" y="3144352"/>
            <a:ext cx="1560877" cy="27699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lang="en-GB" sz="1200" b="0">
                <a:solidFill>
                  <a:schemeClr val="accent3"/>
                </a:solidFill>
                <a:latin typeface="+mj-lt"/>
              </a:rPr>
              <a:t>Summary: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D616DB0C-0C38-4410-9916-301FB51866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768" y="2615148"/>
            <a:ext cx="2275152" cy="184666"/>
          </a:xfrm>
        </p:spPr>
        <p:txBody>
          <a:bodyPr wrap="square">
            <a:spAutoFit/>
          </a:bodyPr>
          <a:lstStyle>
            <a:lvl1pPr marL="231775" indent="-231775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0A0455A-2312-4C93-BF92-338DE4C1D7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55768" y="2896937"/>
            <a:ext cx="2275152" cy="184666"/>
          </a:xfrm>
        </p:spPr>
        <p:txBody>
          <a:bodyPr wrap="square">
            <a:spAutoFit/>
          </a:bodyPr>
          <a:lstStyle>
            <a:lvl1pPr marL="231775" indent="-231775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472BC81-0EF6-4309-A0E8-0C87F67864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9426" y="713868"/>
            <a:ext cx="652270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68FF79F-E395-4ECE-97A4-BEF4293755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9426" y="3285893"/>
            <a:ext cx="690878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81E55C7-03B8-452B-9281-A2B837B5A8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9426" y="5513892"/>
            <a:ext cx="6908789" cy="18466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200" b="0">
                <a:solidFill>
                  <a:schemeClr val="tx1"/>
                </a:solidFill>
                <a:latin typeface="+mn-lt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iagonal Stripe 10">
            <a:extLst>
              <a:ext uri="{FF2B5EF4-FFF2-40B4-BE49-F238E27FC236}">
                <a16:creationId xmlns:a16="http://schemas.microsoft.com/office/drawing/2014/main" id="{E00E7889-4B8A-46BC-8C6E-BC7F3A2CE0DE}"/>
              </a:ext>
            </a:extLst>
          </p:cNvPr>
          <p:cNvSpPr/>
          <p:nvPr/>
        </p:nvSpPr>
        <p:spPr bwMode="auto">
          <a:xfrm rot="5400000">
            <a:off x="10893594" y="-79215"/>
            <a:ext cx="1219186" cy="1377615"/>
          </a:xfrm>
          <a:prstGeom prst="diagStripe">
            <a:avLst/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52400" sx="101000" sy="101000" algn="tl" rotWithShape="0">
              <a:prstClr val="black">
                <a:alpha val="29000"/>
              </a:prstClr>
            </a:outerShdw>
          </a:effectLst>
        </p:spPr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AT" sz="2000">
              <a:solidFill>
                <a:schemeClr val="accent1"/>
              </a:solidFill>
              <a:cs typeface="Segoe UI" pitchFamily="34" charset="0"/>
            </a:endParaRP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2283F741-B0D6-4F96-8028-D69088C5FFAE}"/>
              </a:ext>
            </a:extLst>
          </p:cNvPr>
          <p:cNvSpPr txBox="1"/>
          <p:nvPr userDrawn="1"/>
        </p:nvSpPr>
        <p:spPr>
          <a:xfrm rot="2474928">
            <a:off x="11125817" y="344277"/>
            <a:ext cx="109709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32509">
              <a:defRPr/>
            </a:pPr>
            <a:r>
              <a:rPr lang="en-US" sz="1600" spc="-71">
                <a:solidFill>
                  <a:schemeClr val="accent1"/>
                </a:solidFill>
                <a:latin typeface="+mj-lt"/>
              </a:rPr>
              <a:t>Core module</a:t>
            </a:r>
            <a:endParaRPr lang="de-AT" sz="2000" spc="-71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55DF87-88F5-EAFB-CACB-7D167D1C8B45}"/>
              </a:ext>
            </a:extLst>
          </p:cNvPr>
          <p:cNvCxnSpPr/>
          <p:nvPr userDrawn="1"/>
        </p:nvCxnSpPr>
        <p:spPr>
          <a:xfrm>
            <a:off x="584200" y="5393828"/>
            <a:ext cx="3291840" cy="0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  <a:gs pos="65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D4E23952-CC05-53B7-6AE1-B541D8D0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85216"/>
            <a:ext cx="3307679" cy="861773"/>
          </a:xfrm>
        </p:spPr>
        <p:txBody>
          <a:bodyPr anchor="t" anchorCtr="0"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-50" baseline="0" dirty="0">
                <a:ln w="3175">
                  <a:noFill/>
                </a:ln>
                <a:gradFill>
                  <a:gsLst>
                    <a:gs pos="21000">
                      <a:schemeClr val="accent1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71108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- Main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35526B3-1B77-DA7E-39AC-F0F77964EC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37956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12633-3910-C1C9-2412-C41C74064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0"/>
          <a:stretch/>
        </p:blipFill>
        <p:spPr>
          <a:xfrm>
            <a:off x="0" y="2849737"/>
            <a:ext cx="12379569" cy="400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43EC56-D14B-6EAD-DA40-597D7C1F8990}"/>
              </a:ext>
            </a:extLst>
          </p:cNvPr>
          <p:cNvSpPr/>
          <p:nvPr userDrawn="1"/>
        </p:nvSpPr>
        <p:spPr bwMode="auto">
          <a:xfrm>
            <a:off x="-2" y="844368"/>
            <a:ext cx="12379568" cy="3302698"/>
          </a:xfrm>
          <a:prstGeom prst="rect">
            <a:avLst/>
          </a:prstGeom>
          <a:gradFill flip="none" rotWithShape="1">
            <a:gsLst>
              <a:gs pos="52000">
                <a:srgbClr val="FFFFFF"/>
              </a:gs>
              <a:gs pos="42000">
                <a:srgbClr val="FFFFFF">
                  <a:lumMod val="100000"/>
                </a:srgbClr>
              </a:gs>
              <a:gs pos="0">
                <a:schemeClr val="bg1">
                  <a:alpha val="0"/>
                </a:schemeClr>
              </a:gs>
              <a:gs pos="64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CEAEC18-8489-693F-78F7-AC580E3166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CE6E8CE-8F11-3F60-9DA8-1FD661975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949" y="3033223"/>
            <a:ext cx="11025188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b="0" cap="none" spc="-50" dirty="0">
                <a:ln w="3175">
                  <a:noFill/>
                </a:ln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68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- Main 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F35526B3-1B77-DA7E-39AC-F0F77964EC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379569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12633-3910-C1C9-2412-C41C74064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60"/>
          <a:stretch/>
        </p:blipFill>
        <p:spPr>
          <a:xfrm>
            <a:off x="0" y="2849737"/>
            <a:ext cx="12379569" cy="400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43EC56-D14B-6EAD-DA40-597D7C1F8990}"/>
              </a:ext>
            </a:extLst>
          </p:cNvPr>
          <p:cNvSpPr/>
          <p:nvPr userDrawn="1"/>
        </p:nvSpPr>
        <p:spPr bwMode="auto">
          <a:xfrm>
            <a:off x="-2" y="844368"/>
            <a:ext cx="12379568" cy="3302698"/>
          </a:xfrm>
          <a:prstGeom prst="rect">
            <a:avLst/>
          </a:prstGeom>
          <a:gradFill flip="none" rotWithShape="1">
            <a:gsLst>
              <a:gs pos="52000">
                <a:srgbClr val="FFFFFF"/>
              </a:gs>
              <a:gs pos="42000">
                <a:srgbClr val="FFFFFF">
                  <a:lumMod val="100000"/>
                </a:srgbClr>
              </a:gs>
              <a:gs pos="0">
                <a:schemeClr val="bg1">
                  <a:alpha val="0"/>
                </a:schemeClr>
              </a:gs>
              <a:gs pos="64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CE6E8CE-8F11-3F60-9DA8-1FD6619751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949" y="3033223"/>
            <a:ext cx="11025188" cy="4985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3600" b="0" cap="none" spc="-50" dirty="0">
                <a:ln w="3175">
                  <a:noFill/>
                </a:ln>
                <a:gradFill>
                  <a:gsLst>
                    <a:gs pos="22000">
                      <a:schemeClr val="accent2"/>
                    </a:gs>
                    <a:gs pos="100000">
                      <a:schemeClr val="accent3"/>
                    </a:gs>
                  </a:gsLst>
                  <a:lin ang="2400000" scaled="0"/>
                </a:gradFill>
                <a:effectLst/>
                <a:latin typeface="+mj-lt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819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Main 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72B204-BCCE-7ECF-F80E-C2E2E2E280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179559"/>
            <a:ext cx="4412673" cy="1354217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lang="en-US" sz="4400" kern="120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41267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D32619-3819-428A-8565-629596C914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45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1064D9-920A-AAC7-DE35-4B5BB13C8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95" t="987" r="105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BDBC305C-A9C3-4278-AFC0-C99DFD80A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424" y="440495"/>
            <a:ext cx="11336039" cy="758022"/>
          </a:xfrm>
          <a:prstGeom prst="rect">
            <a:avLst/>
          </a:prstGeom>
        </p:spPr>
        <p:txBody>
          <a:bodyPr vert="horz" wrap="square" lIns="0" tIns="164592" rIns="0" bIns="0" rtlCol="0" anchor="t">
            <a:no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06387471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0CED5C-09CE-086B-058F-E86642850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595" t="987" r="105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ADC449-E006-2BF9-CAC5-11C2B170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5400000">
            <a:off x="4897820" y="-4897821"/>
            <a:ext cx="2396359" cy="12192000"/>
          </a:xfrm>
          <a:prstGeom prst="rect">
            <a:avLst/>
          </a:prstGeom>
          <a:gradFill flip="none" rotWithShape="1">
            <a:gsLst>
              <a:gs pos="1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42D82A-9DB1-584C-2E16-3D8B4469A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6965A68-D388-7DD3-A305-B934A332BC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86641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6509B-1FCD-4661-D324-0322BAD4A3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33629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image" Target="../media/image1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0311"/>
            <a:ext cx="11018520" cy="43088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0A04DA-4C2F-74A6-1E51-7838E3F551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2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4" r:id="rId63"/>
    <p:sldLayoutId id="2147483725" r:id="rId64"/>
    <p:sldLayoutId id="2147483726" r:id="rId65"/>
    <p:sldLayoutId id="2147483727" r:id="rId66"/>
    <p:sldLayoutId id="2147483728" r:id="rId67"/>
    <p:sldLayoutId id="2147483729" r:id="rId68"/>
    <p:sldLayoutId id="2147483730" r:id="rId69"/>
    <p:sldLayoutId id="2147483731" r:id="rId70"/>
    <p:sldLayoutId id="2147483732" r:id="rId71"/>
    <p:sldLayoutId id="2147483733" r:id="rId72"/>
    <p:sldLayoutId id="2147483734" r:id="rId73"/>
    <p:sldLayoutId id="2147483735" r:id="rId74"/>
    <p:sldLayoutId id="2147483736" r:id="rId75"/>
    <p:sldLayoutId id="2147483737" r:id="rId76"/>
    <p:sldLayoutId id="2147483738" r:id="rId77"/>
    <p:sldLayoutId id="2147483739" r:id="rId78"/>
    <p:sldLayoutId id="2147483740" r:id="rId79"/>
    <p:sldLayoutId id="2147483741" r:id="rId80"/>
    <p:sldLayoutId id="2147483742" r:id="rId81"/>
    <p:sldLayoutId id="2147483743" r:id="rId82"/>
    <p:sldLayoutId id="2147483744" r:id="rId83"/>
    <p:sldLayoutId id="2147483745" r:id="rId84"/>
    <p:sldLayoutId id="2147483746" r:id="rId85"/>
    <p:sldLayoutId id="2147483747" r:id="rId86"/>
    <p:sldLayoutId id="2147483748" r:id="rId87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0" kern="1200" cap="none" spc="-50" baseline="0" dirty="0">
          <a:ln w="3175">
            <a:noFill/>
          </a:ln>
          <a:gradFill>
            <a:gsLst>
              <a:gs pos="21000">
                <a:schemeClr val="accent1"/>
              </a:gs>
              <a:gs pos="100000">
                <a:schemeClr val="accent3"/>
              </a:gs>
            </a:gsLst>
            <a:lin ang="2400000" scaled="0"/>
          </a:gradFill>
          <a:effectLst/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FF785-886F-85F2-DA1C-2D7A2771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2CAE21-CFFA-7C95-0089-BC67AAAF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057675" y="1027155"/>
            <a:ext cx="4889771" cy="4684503"/>
          </a:xfrm>
          <a:prstGeom prst="roundRect">
            <a:avLst>
              <a:gd name="adj" fmla="val 9723"/>
            </a:avLst>
          </a:prstGeom>
          <a:solidFill>
            <a:schemeClr val="bg1">
              <a:alpha val="50000"/>
            </a:schemeClr>
          </a:solidFill>
          <a:ln w="9525">
            <a:solidFill>
              <a:schemeClr val="bg1">
                <a:alpha val="46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90FE28F-09C4-F36C-DBC4-274DFFCF6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43880" y="4271658"/>
            <a:ext cx="6449939" cy="1440000"/>
          </a:xfrm>
          <a:prstGeom prst="roundRect">
            <a:avLst>
              <a:gd name="adj" fmla="val 9723"/>
            </a:avLst>
          </a:prstGeom>
          <a:solidFill>
            <a:schemeClr val="bg1">
              <a:alpha val="50000"/>
            </a:schemeClr>
          </a:solidFill>
          <a:ln w="9525">
            <a:solidFill>
              <a:schemeClr val="bg1">
                <a:alpha val="46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75A8448-1E91-7CD7-425E-70A009FBB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43880" y="2667780"/>
            <a:ext cx="6449939" cy="1440000"/>
          </a:xfrm>
          <a:prstGeom prst="roundRect">
            <a:avLst>
              <a:gd name="adj" fmla="val 9723"/>
            </a:avLst>
          </a:prstGeom>
          <a:solidFill>
            <a:schemeClr val="bg1">
              <a:alpha val="50000"/>
            </a:schemeClr>
          </a:solidFill>
          <a:ln w="9525">
            <a:solidFill>
              <a:schemeClr val="bg1">
                <a:alpha val="46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AC630-8938-3594-BFD9-0E98AB9B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16" y="456051"/>
            <a:ext cx="11018520" cy="430887"/>
          </a:xfrm>
        </p:spPr>
        <p:txBody>
          <a:bodyPr/>
          <a:lstStyle/>
          <a:p>
            <a:r>
              <a:rPr lang="en-AU" dirty="0">
                <a:latin typeface="Segoe UI Semibold"/>
                <a:cs typeface="Segoe UI Semibold"/>
              </a:rPr>
              <a:t>Template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0D2013E-F983-F090-7CCD-ACA4CA02E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1435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80CDBB-805B-957F-F2BD-15916F62D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43880" y="1063902"/>
            <a:ext cx="6449938" cy="1440000"/>
          </a:xfrm>
          <a:prstGeom prst="roundRect">
            <a:avLst>
              <a:gd name="adj" fmla="val 9723"/>
            </a:avLst>
          </a:prstGeom>
          <a:solidFill>
            <a:schemeClr val="bg1">
              <a:alpha val="50000"/>
            </a:schemeClr>
          </a:solidFill>
          <a:ln w="9525">
            <a:solidFill>
              <a:schemeClr val="bg1">
                <a:alpha val="46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3716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4D6C91-2588-56C5-79AF-F041C0DE59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802230" y="1237794"/>
            <a:ext cx="4829078" cy="1158897"/>
          </a:xfrm>
          <a:prstGeom prst="roundRect">
            <a:avLst>
              <a:gd name="adj" fmla="val 13604"/>
            </a:avLst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228600" dist="38100" dir="2700026" rotWithShape="0">
              <a:scrgbClr r="0" g="0" b="0">
                <a:alpha val="9000"/>
              </a:sc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/>
              </a:rPr>
              <a:t>(Business Group / Persona)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80808"/>
                </a:solidFill>
                <a:latin typeface="Segoe UI" panose="020B0502040204020203" pitchFamily="34" charset="0"/>
                <a:cs typeface="Segoe UI"/>
              </a:rPr>
              <a:t>Insert Text Here describing the persona’s role &amp; team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36CD24-32E6-4741-20C6-B60D4FC7BE6B}"/>
              </a:ext>
            </a:extLst>
          </p:cNvPr>
          <p:cNvSpPr txBox="1"/>
          <p:nvPr/>
        </p:nvSpPr>
        <p:spPr>
          <a:xfrm>
            <a:off x="389179" y="1938796"/>
            <a:ext cx="1467125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As someone in….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170A4-720F-4D26-EDBD-007957D30BFC}"/>
              </a:ext>
            </a:extLst>
          </p:cNvPr>
          <p:cNvSpPr txBox="1"/>
          <p:nvPr/>
        </p:nvSpPr>
        <p:spPr>
          <a:xfrm>
            <a:off x="415025" y="3521586"/>
            <a:ext cx="157616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 want to….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BDBE46-7244-D684-8E9A-702E43943A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416652" y="1285204"/>
            <a:ext cx="3247881" cy="1139534"/>
          </a:xfrm>
          <a:prstGeom prst="roundRect">
            <a:avLst>
              <a:gd name="adj" fmla="val 13604"/>
            </a:avLst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228600" dist="38100" dir="2700026" rotWithShape="0">
              <a:scrgbClr r="0" g="0" b="0">
                <a:alpha val="9000"/>
              </a:sc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 spc="-29" dirty="0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  <a:t>Insert sample prompt here</a:t>
            </a:r>
            <a:endParaRPr kumimoji="0" lang="en-US" sz="1100" b="0" i="1" u="none" strike="noStrike" kern="1200" cap="none" spc="-29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FFCC1-35A7-2FE3-4A6C-408F5E61321B}"/>
              </a:ext>
            </a:extLst>
          </p:cNvPr>
          <p:cNvSpPr txBox="1"/>
          <p:nvPr/>
        </p:nvSpPr>
        <p:spPr>
          <a:xfrm>
            <a:off x="7098665" y="1921887"/>
            <a:ext cx="1306285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Sample Prompt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AF5CEE-68B0-D5AE-AC7C-6DF17599A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9868" y="4469129"/>
            <a:ext cx="579634" cy="579634"/>
            <a:chOff x="1680394" y="3550662"/>
            <a:chExt cx="419101" cy="419101"/>
          </a:xfrm>
        </p:grpSpPr>
        <p:sp>
          <p:nvSpPr>
            <p:cNvPr id="27" name="Freeform 87">
              <a:extLst>
                <a:ext uri="{FF2B5EF4-FFF2-40B4-BE49-F238E27FC236}">
                  <a16:creationId xmlns:a16="http://schemas.microsoft.com/office/drawing/2014/main" id="{E5D85215-F436-AF7A-0705-53AB95821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732" y="3564950"/>
              <a:ext cx="242888" cy="242888"/>
            </a:xfrm>
            <a:custGeom>
              <a:avLst/>
              <a:gdLst>
                <a:gd name="T0" fmla="*/ 246 w 246"/>
                <a:gd name="T1" fmla="*/ 123 h 246"/>
                <a:gd name="T2" fmla="*/ 246 w 246"/>
                <a:gd name="T3" fmla="*/ 123 h 246"/>
                <a:gd name="T4" fmla="*/ 243 w 246"/>
                <a:gd name="T5" fmla="*/ 132 h 246"/>
                <a:gd name="T6" fmla="*/ 234 w 246"/>
                <a:gd name="T7" fmla="*/ 136 h 246"/>
                <a:gd name="T8" fmla="*/ 220 w 246"/>
                <a:gd name="T9" fmla="*/ 139 h 246"/>
                <a:gd name="T10" fmla="*/ 205 w 246"/>
                <a:gd name="T11" fmla="*/ 142 h 246"/>
                <a:gd name="T12" fmla="*/ 180 w 246"/>
                <a:gd name="T13" fmla="*/ 152 h 246"/>
                <a:gd name="T14" fmla="*/ 162 w 246"/>
                <a:gd name="T15" fmla="*/ 166 h 246"/>
                <a:gd name="T16" fmla="*/ 149 w 246"/>
                <a:gd name="T17" fmla="*/ 185 h 246"/>
                <a:gd name="T18" fmla="*/ 141 w 246"/>
                <a:gd name="T19" fmla="*/ 210 h 246"/>
                <a:gd name="T20" fmla="*/ 139 w 246"/>
                <a:gd name="T21" fmla="*/ 222 h 246"/>
                <a:gd name="T22" fmla="*/ 137 w 246"/>
                <a:gd name="T23" fmla="*/ 234 h 246"/>
                <a:gd name="T24" fmla="*/ 132 w 246"/>
                <a:gd name="T25" fmla="*/ 242 h 246"/>
                <a:gd name="T26" fmla="*/ 123 w 246"/>
                <a:gd name="T27" fmla="*/ 246 h 246"/>
                <a:gd name="T28" fmla="*/ 114 w 246"/>
                <a:gd name="T29" fmla="*/ 242 h 246"/>
                <a:gd name="T30" fmla="*/ 110 w 246"/>
                <a:gd name="T31" fmla="*/ 234 h 246"/>
                <a:gd name="T32" fmla="*/ 107 w 246"/>
                <a:gd name="T33" fmla="*/ 219 h 246"/>
                <a:gd name="T34" fmla="*/ 104 w 246"/>
                <a:gd name="T35" fmla="*/ 205 h 246"/>
                <a:gd name="T36" fmla="*/ 94 w 246"/>
                <a:gd name="T37" fmla="*/ 180 h 246"/>
                <a:gd name="T38" fmla="*/ 80 w 246"/>
                <a:gd name="T39" fmla="*/ 162 h 246"/>
                <a:gd name="T40" fmla="*/ 61 w 246"/>
                <a:gd name="T41" fmla="*/ 149 h 246"/>
                <a:gd name="T42" fmla="*/ 36 w 246"/>
                <a:gd name="T43" fmla="*/ 140 h 246"/>
                <a:gd name="T44" fmla="*/ 24 w 246"/>
                <a:gd name="T45" fmla="*/ 138 h 246"/>
                <a:gd name="T46" fmla="*/ 12 w 246"/>
                <a:gd name="T47" fmla="*/ 136 h 246"/>
                <a:gd name="T48" fmla="*/ 4 w 246"/>
                <a:gd name="T49" fmla="*/ 132 h 246"/>
                <a:gd name="T50" fmla="*/ 0 w 246"/>
                <a:gd name="T51" fmla="*/ 123 h 246"/>
                <a:gd name="T52" fmla="*/ 4 w 246"/>
                <a:gd name="T53" fmla="*/ 114 h 246"/>
                <a:gd name="T54" fmla="*/ 12 w 246"/>
                <a:gd name="T55" fmla="*/ 109 h 246"/>
                <a:gd name="T56" fmla="*/ 27 w 246"/>
                <a:gd name="T57" fmla="*/ 107 h 246"/>
                <a:gd name="T58" fmla="*/ 41 w 246"/>
                <a:gd name="T59" fmla="*/ 104 h 246"/>
                <a:gd name="T60" fmla="*/ 66 w 246"/>
                <a:gd name="T61" fmla="*/ 94 h 246"/>
                <a:gd name="T62" fmla="*/ 84 w 246"/>
                <a:gd name="T63" fmla="*/ 80 h 246"/>
                <a:gd name="T64" fmla="*/ 97 w 246"/>
                <a:gd name="T65" fmla="*/ 61 h 246"/>
                <a:gd name="T66" fmla="*/ 106 w 246"/>
                <a:gd name="T67" fmla="*/ 35 h 246"/>
                <a:gd name="T68" fmla="*/ 108 w 246"/>
                <a:gd name="T69" fmla="*/ 23 h 246"/>
                <a:gd name="T70" fmla="*/ 110 w 246"/>
                <a:gd name="T71" fmla="*/ 12 h 246"/>
                <a:gd name="T72" fmla="*/ 114 w 246"/>
                <a:gd name="T73" fmla="*/ 3 h 246"/>
                <a:gd name="T74" fmla="*/ 123 w 246"/>
                <a:gd name="T75" fmla="*/ 0 h 246"/>
                <a:gd name="T76" fmla="*/ 132 w 246"/>
                <a:gd name="T77" fmla="*/ 3 h 246"/>
                <a:gd name="T78" fmla="*/ 137 w 246"/>
                <a:gd name="T79" fmla="*/ 12 h 246"/>
                <a:gd name="T80" fmla="*/ 139 w 246"/>
                <a:gd name="T81" fmla="*/ 23 h 246"/>
                <a:gd name="T82" fmla="*/ 141 w 246"/>
                <a:gd name="T83" fmla="*/ 35 h 246"/>
                <a:gd name="T84" fmla="*/ 149 w 246"/>
                <a:gd name="T85" fmla="*/ 61 h 246"/>
                <a:gd name="T86" fmla="*/ 162 w 246"/>
                <a:gd name="T87" fmla="*/ 80 h 246"/>
                <a:gd name="T88" fmla="*/ 180 w 246"/>
                <a:gd name="T89" fmla="*/ 94 h 246"/>
                <a:gd name="T90" fmla="*/ 205 w 246"/>
                <a:gd name="T91" fmla="*/ 104 h 246"/>
                <a:gd name="T92" fmla="*/ 220 w 246"/>
                <a:gd name="T93" fmla="*/ 107 h 246"/>
                <a:gd name="T94" fmla="*/ 234 w 246"/>
                <a:gd name="T95" fmla="*/ 109 h 246"/>
                <a:gd name="T96" fmla="*/ 243 w 246"/>
                <a:gd name="T97" fmla="*/ 114 h 246"/>
                <a:gd name="T98" fmla="*/ 246 w 246"/>
                <a:gd name="T99" fmla="*/ 123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6" h="246">
                  <a:moveTo>
                    <a:pt x="246" y="123"/>
                  </a:moveTo>
                  <a:lnTo>
                    <a:pt x="246" y="123"/>
                  </a:lnTo>
                  <a:cubicBezTo>
                    <a:pt x="246" y="126"/>
                    <a:pt x="245" y="129"/>
                    <a:pt x="243" y="132"/>
                  </a:cubicBezTo>
                  <a:cubicBezTo>
                    <a:pt x="241" y="134"/>
                    <a:pt x="238" y="136"/>
                    <a:pt x="234" y="136"/>
                  </a:cubicBezTo>
                  <a:cubicBezTo>
                    <a:pt x="230" y="137"/>
                    <a:pt x="225" y="138"/>
                    <a:pt x="220" y="139"/>
                  </a:cubicBezTo>
                  <a:cubicBezTo>
                    <a:pt x="215" y="140"/>
                    <a:pt x="210" y="141"/>
                    <a:pt x="205" y="142"/>
                  </a:cubicBezTo>
                  <a:cubicBezTo>
                    <a:pt x="196" y="145"/>
                    <a:pt x="187" y="148"/>
                    <a:pt x="180" y="152"/>
                  </a:cubicBezTo>
                  <a:cubicBezTo>
                    <a:pt x="173" y="155"/>
                    <a:pt x="167" y="160"/>
                    <a:pt x="162" y="166"/>
                  </a:cubicBezTo>
                  <a:cubicBezTo>
                    <a:pt x="157" y="171"/>
                    <a:pt x="153" y="177"/>
                    <a:pt x="149" y="185"/>
                  </a:cubicBezTo>
                  <a:cubicBezTo>
                    <a:pt x="146" y="192"/>
                    <a:pt x="143" y="201"/>
                    <a:pt x="141" y="210"/>
                  </a:cubicBezTo>
                  <a:cubicBezTo>
                    <a:pt x="140" y="214"/>
                    <a:pt x="139" y="218"/>
                    <a:pt x="139" y="222"/>
                  </a:cubicBezTo>
                  <a:cubicBezTo>
                    <a:pt x="138" y="226"/>
                    <a:pt x="138" y="230"/>
                    <a:pt x="137" y="234"/>
                  </a:cubicBezTo>
                  <a:cubicBezTo>
                    <a:pt x="136" y="237"/>
                    <a:pt x="134" y="240"/>
                    <a:pt x="132" y="242"/>
                  </a:cubicBezTo>
                  <a:cubicBezTo>
                    <a:pt x="130" y="245"/>
                    <a:pt x="127" y="246"/>
                    <a:pt x="123" y="246"/>
                  </a:cubicBezTo>
                  <a:cubicBezTo>
                    <a:pt x="120" y="246"/>
                    <a:pt x="117" y="245"/>
                    <a:pt x="114" y="242"/>
                  </a:cubicBezTo>
                  <a:cubicBezTo>
                    <a:pt x="112" y="240"/>
                    <a:pt x="110" y="237"/>
                    <a:pt x="110" y="234"/>
                  </a:cubicBezTo>
                  <a:cubicBezTo>
                    <a:pt x="109" y="229"/>
                    <a:pt x="108" y="224"/>
                    <a:pt x="107" y="219"/>
                  </a:cubicBezTo>
                  <a:cubicBezTo>
                    <a:pt x="106" y="215"/>
                    <a:pt x="105" y="210"/>
                    <a:pt x="104" y="205"/>
                  </a:cubicBezTo>
                  <a:cubicBezTo>
                    <a:pt x="101" y="195"/>
                    <a:pt x="98" y="187"/>
                    <a:pt x="94" y="180"/>
                  </a:cubicBezTo>
                  <a:cubicBezTo>
                    <a:pt x="91" y="173"/>
                    <a:pt x="86" y="167"/>
                    <a:pt x="80" y="162"/>
                  </a:cubicBezTo>
                  <a:cubicBezTo>
                    <a:pt x="75" y="157"/>
                    <a:pt x="69" y="152"/>
                    <a:pt x="61" y="149"/>
                  </a:cubicBezTo>
                  <a:cubicBezTo>
                    <a:pt x="54" y="146"/>
                    <a:pt x="45" y="143"/>
                    <a:pt x="36" y="140"/>
                  </a:cubicBezTo>
                  <a:cubicBezTo>
                    <a:pt x="32" y="140"/>
                    <a:pt x="28" y="139"/>
                    <a:pt x="24" y="138"/>
                  </a:cubicBezTo>
                  <a:cubicBezTo>
                    <a:pt x="20" y="138"/>
                    <a:pt x="16" y="137"/>
                    <a:pt x="12" y="136"/>
                  </a:cubicBezTo>
                  <a:cubicBezTo>
                    <a:pt x="9" y="136"/>
                    <a:pt x="6" y="134"/>
                    <a:pt x="4" y="132"/>
                  </a:cubicBezTo>
                  <a:cubicBezTo>
                    <a:pt x="1" y="129"/>
                    <a:pt x="0" y="126"/>
                    <a:pt x="0" y="123"/>
                  </a:cubicBezTo>
                  <a:cubicBezTo>
                    <a:pt x="0" y="119"/>
                    <a:pt x="1" y="116"/>
                    <a:pt x="4" y="114"/>
                  </a:cubicBezTo>
                  <a:cubicBezTo>
                    <a:pt x="6" y="112"/>
                    <a:pt x="9" y="110"/>
                    <a:pt x="12" y="109"/>
                  </a:cubicBezTo>
                  <a:cubicBezTo>
                    <a:pt x="17" y="108"/>
                    <a:pt x="22" y="107"/>
                    <a:pt x="27" y="107"/>
                  </a:cubicBezTo>
                  <a:cubicBezTo>
                    <a:pt x="31" y="106"/>
                    <a:pt x="36" y="105"/>
                    <a:pt x="41" y="104"/>
                  </a:cubicBezTo>
                  <a:cubicBezTo>
                    <a:pt x="51" y="101"/>
                    <a:pt x="59" y="98"/>
                    <a:pt x="66" y="94"/>
                  </a:cubicBezTo>
                  <a:cubicBezTo>
                    <a:pt x="73" y="90"/>
                    <a:pt x="79" y="85"/>
                    <a:pt x="84" y="80"/>
                  </a:cubicBezTo>
                  <a:cubicBezTo>
                    <a:pt x="89" y="75"/>
                    <a:pt x="94" y="68"/>
                    <a:pt x="97" y="61"/>
                  </a:cubicBezTo>
                  <a:cubicBezTo>
                    <a:pt x="100" y="53"/>
                    <a:pt x="103" y="45"/>
                    <a:pt x="106" y="35"/>
                  </a:cubicBezTo>
                  <a:cubicBezTo>
                    <a:pt x="106" y="31"/>
                    <a:pt x="107" y="27"/>
                    <a:pt x="108" y="23"/>
                  </a:cubicBezTo>
                  <a:cubicBezTo>
                    <a:pt x="108" y="20"/>
                    <a:pt x="109" y="16"/>
                    <a:pt x="110" y="12"/>
                  </a:cubicBezTo>
                  <a:cubicBezTo>
                    <a:pt x="110" y="8"/>
                    <a:pt x="112" y="5"/>
                    <a:pt x="114" y="3"/>
                  </a:cubicBezTo>
                  <a:cubicBezTo>
                    <a:pt x="117" y="1"/>
                    <a:pt x="120" y="0"/>
                    <a:pt x="123" y="0"/>
                  </a:cubicBezTo>
                  <a:cubicBezTo>
                    <a:pt x="127" y="0"/>
                    <a:pt x="130" y="1"/>
                    <a:pt x="132" y="3"/>
                  </a:cubicBezTo>
                  <a:cubicBezTo>
                    <a:pt x="134" y="5"/>
                    <a:pt x="136" y="8"/>
                    <a:pt x="137" y="12"/>
                  </a:cubicBezTo>
                  <a:cubicBezTo>
                    <a:pt x="138" y="16"/>
                    <a:pt x="138" y="20"/>
                    <a:pt x="139" y="23"/>
                  </a:cubicBezTo>
                  <a:cubicBezTo>
                    <a:pt x="139" y="27"/>
                    <a:pt x="140" y="31"/>
                    <a:pt x="141" y="35"/>
                  </a:cubicBezTo>
                  <a:cubicBezTo>
                    <a:pt x="143" y="45"/>
                    <a:pt x="146" y="53"/>
                    <a:pt x="149" y="61"/>
                  </a:cubicBezTo>
                  <a:cubicBezTo>
                    <a:pt x="153" y="68"/>
                    <a:pt x="157" y="75"/>
                    <a:pt x="162" y="80"/>
                  </a:cubicBezTo>
                  <a:cubicBezTo>
                    <a:pt x="167" y="85"/>
                    <a:pt x="173" y="90"/>
                    <a:pt x="180" y="94"/>
                  </a:cubicBezTo>
                  <a:cubicBezTo>
                    <a:pt x="187" y="98"/>
                    <a:pt x="196" y="101"/>
                    <a:pt x="205" y="104"/>
                  </a:cubicBezTo>
                  <a:cubicBezTo>
                    <a:pt x="210" y="105"/>
                    <a:pt x="215" y="106"/>
                    <a:pt x="220" y="107"/>
                  </a:cubicBezTo>
                  <a:cubicBezTo>
                    <a:pt x="225" y="107"/>
                    <a:pt x="230" y="108"/>
                    <a:pt x="234" y="109"/>
                  </a:cubicBezTo>
                  <a:cubicBezTo>
                    <a:pt x="238" y="110"/>
                    <a:pt x="241" y="112"/>
                    <a:pt x="243" y="114"/>
                  </a:cubicBezTo>
                  <a:cubicBezTo>
                    <a:pt x="245" y="116"/>
                    <a:pt x="246" y="119"/>
                    <a:pt x="246" y="12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8" name="Freeform 88">
              <a:extLst>
                <a:ext uri="{FF2B5EF4-FFF2-40B4-BE49-F238E27FC236}">
                  <a16:creationId xmlns:a16="http://schemas.microsoft.com/office/drawing/2014/main" id="{B8A8C119-8279-3FC6-845A-B372DF39C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394" y="3739575"/>
              <a:ext cx="228600" cy="230188"/>
            </a:xfrm>
            <a:custGeom>
              <a:avLst/>
              <a:gdLst>
                <a:gd name="T0" fmla="*/ 0 w 232"/>
                <a:gd name="T1" fmla="*/ 219 h 233"/>
                <a:gd name="T2" fmla="*/ 0 w 232"/>
                <a:gd name="T3" fmla="*/ 219 h 233"/>
                <a:gd name="T4" fmla="*/ 4 w 232"/>
                <a:gd name="T5" fmla="*/ 209 h 233"/>
                <a:gd name="T6" fmla="*/ 208 w 232"/>
                <a:gd name="T7" fmla="*/ 4 h 233"/>
                <a:gd name="T8" fmla="*/ 218 w 232"/>
                <a:gd name="T9" fmla="*/ 0 h 233"/>
                <a:gd name="T10" fmla="*/ 228 w 232"/>
                <a:gd name="T11" fmla="*/ 4 h 233"/>
                <a:gd name="T12" fmla="*/ 232 w 232"/>
                <a:gd name="T13" fmla="*/ 14 h 233"/>
                <a:gd name="T14" fmla="*/ 228 w 232"/>
                <a:gd name="T15" fmla="*/ 24 h 233"/>
                <a:gd name="T16" fmla="*/ 23 w 232"/>
                <a:gd name="T17" fmla="*/ 228 h 233"/>
                <a:gd name="T18" fmla="*/ 13 w 232"/>
                <a:gd name="T19" fmla="*/ 233 h 233"/>
                <a:gd name="T20" fmla="*/ 4 w 232"/>
                <a:gd name="T21" fmla="*/ 228 h 233"/>
                <a:gd name="T22" fmla="*/ 0 w 232"/>
                <a:gd name="T23" fmla="*/ 219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33">
                  <a:moveTo>
                    <a:pt x="0" y="219"/>
                  </a:moveTo>
                  <a:lnTo>
                    <a:pt x="0" y="219"/>
                  </a:lnTo>
                  <a:cubicBezTo>
                    <a:pt x="0" y="215"/>
                    <a:pt x="1" y="212"/>
                    <a:pt x="4" y="209"/>
                  </a:cubicBezTo>
                  <a:lnTo>
                    <a:pt x="208" y="4"/>
                  </a:lnTo>
                  <a:cubicBezTo>
                    <a:pt x="211" y="2"/>
                    <a:pt x="214" y="0"/>
                    <a:pt x="218" y="0"/>
                  </a:cubicBezTo>
                  <a:cubicBezTo>
                    <a:pt x="222" y="0"/>
                    <a:pt x="225" y="2"/>
                    <a:pt x="228" y="4"/>
                  </a:cubicBezTo>
                  <a:cubicBezTo>
                    <a:pt x="230" y="7"/>
                    <a:pt x="232" y="10"/>
                    <a:pt x="232" y="14"/>
                  </a:cubicBezTo>
                  <a:cubicBezTo>
                    <a:pt x="232" y="18"/>
                    <a:pt x="230" y="21"/>
                    <a:pt x="228" y="24"/>
                  </a:cubicBezTo>
                  <a:lnTo>
                    <a:pt x="23" y="228"/>
                  </a:lnTo>
                  <a:cubicBezTo>
                    <a:pt x="20" y="231"/>
                    <a:pt x="17" y="233"/>
                    <a:pt x="13" y="233"/>
                  </a:cubicBezTo>
                  <a:cubicBezTo>
                    <a:pt x="9" y="233"/>
                    <a:pt x="6" y="231"/>
                    <a:pt x="4" y="228"/>
                  </a:cubicBezTo>
                  <a:cubicBezTo>
                    <a:pt x="1" y="226"/>
                    <a:pt x="0" y="223"/>
                    <a:pt x="0" y="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9" name="Freeform 89">
              <a:extLst>
                <a:ext uri="{FF2B5EF4-FFF2-40B4-BE49-F238E27FC236}">
                  <a16:creationId xmlns:a16="http://schemas.microsoft.com/office/drawing/2014/main" id="{17CEAF77-6221-EB71-3F18-11E5579D2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982" y="3658612"/>
              <a:ext cx="52388" cy="52388"/>
            </a:xfrm>
            <a:custGeom>
              <a:avLst/>
              <a:gdLst>
                <a:gd name="T0" fmla="*/ 27 w 53"/>
                <a:gd name="T1" fmla="*/ 53 h 53"/>
                <a:gd name="T2" fmla="*/ 27 w 53"/>
                <a:gd name="T3" fmla="*/ 53 h 53"/>
                <a:gd name="T4" fmla="*/ 45 w 53"/>
                <a:gd name="T5" fmla="*/ 45 h 53"/>
                <a:gd name="T6" fmla="*/ 53 w 53"/>
                <a:gd name="T7" fmla="*/ 26 h 53"/>
                <a:gd name="T8" fmla="*/ 45 w 53"/>
                <a:gd name="T9" fmla="*/ 7 h 53"/>
                <a:gd name="T10" fmla="*/ 27 w 53"/>
                <a:gd name="T11" fmla="*/ 0 h 53"/>
                <a:gd name="T12" fmla="*/ 8 w 53"/>
                <a:gd name="T13" fmla="*/ 7 h 53"/>
                <a:gd name="T14" fmla="*/ 0 w 53"/>
                <a:gd name="T15" fmla="*/ 26 h 53"/>
                <a:gd name="T16" fmla="*/ 8 w 53"/>
                <a:gd name="T17" fmla="*/ 45 h 53"/>
                <a:gd name="T18" fmla="*/ 27 w 53"/>
                <a:gd name="T1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53">
                  <a:moveTo>
                    <a:pt x="27" y="53"/>
                  </a:moveTo>
                  <a:lnTo>
                    <a:pt x="27" y="53"/>
                  </a:lnTo>
                  <a:cubicBezTo>
                    <a:pt x="34" y="53"/>
                    <a:pt x="40" y="50"/>
                    <a:pt x="45" y="45"/>
                  </a:cubicBezTo>
                  <a:cubicBezTo>
                    <a:pt x="51" y="40"/>
                    <a:pt x="53" y="33"/>
                    <a:pt x="53" y="26"/>
                  </a:cubicBezTo>
                  <a:cubicBezTo>
                    <a:pt x="53" y="19"/>
                    <a:pt x="51" y="13"/>
                    <a:pt x="45" y="7"/>
                  </a:cubicBezTo>
                  <a:cubicBezTo>
                    <a:pt x="40" y="2"/>
                    <a:pt x="34" y="0"/>
                    <a:pt x="27" y="0"/>
                  </a:cubicBezTo>
                  <a:cubicBezTo>
                    <a:pt x="19" y="0"/>
                    <a:pt x="13" y="2"/>
                    <a:pt x="8" y="7"/>
                  </a:cubicBezTo>
                  <a:cubicBezTo>
                    <a:pt x="3" y="13"/>
                    <a:pt x="0" y="19"/>
                    <a:pt x="0" y="26"/>
                  </a:cubicBezTo>
                  <a:cubicBezTo>
                    <a:pt x="0" y="33"/>
                    <a:pt x="3" y="40"/>
                    <a:pt x="8" y="45"/>
                  </a:cubicBezTo>
                  <a:cubicBezTo>
                    <a:pt x="13" y="50"/>
                    <a:pt x="19" y="53"/>
                    <a:pt x="27" y="5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Freeform 90">
              <a:extLst>
                <a:ext uri="{FF2B5EF4-FFF2-40B4-BE49-F238E27FC236}">
                  <a16:creationId xmlns:a16="http://schemas.microsoft.com/office/drawing/2014/main" id="{11592EE9-5135-D433-5784-6DFBE5CE6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857" y="3550662"/>
              <a:ext cx="60325" cy="58738"/>
            </a:xfrm>
            <a:custGeom>
              <a:avLst/>
              <a:gdLst>
                <a:gd name="T0" fmla="*/ 31 w 62"/>
                <a:gd name="T1" fmla="*/ 60 h 60"/>
                <a:gd name="T2" fmla="*/ 31 w 62"/>
                <a:gd name="T3" fmla="*/ 60 h 60"/>
                <a:gd name="T4" fmla="*/ 28 w 62"/>
                <a:gd name="T5" fmla="*/ 57 h 60"/>
                <a:gd name="T6" fmla="*/ 25 w 62"/>
                <a:gd name="T7" fmla="*/ 46 h 60"/>
                <a:gd name="T8" fmla="*/ 21 w 62"/>
                <a:gd name="T9" fmla="*/ 40 h 60"/>
                <a:gd name="T10" fmla="*/ 14 w 62"/>
                <a:gd name="T11" fmla="*/ 36 h 60"/>
                <a:gd name="T12" fmla="*/ 3 w 62"/>
                <a:gd name="T13" fmla="*/ 33 h 60"/>
                <a:gd name="T14" fmla="*/ 0 w 62"/>
                <a:gd name="T15" fmla="*/ 30 h 60"/>
                <a:gd name="T16" fmla="*/ 3 w 62"/>
                <a:gd name="T17" fmla="*/ 26 h 60"/>
                <a:gd name="T18" fmla="*/ 14 w 62"/>
                <a:gd name="T19" fmla="*/ 23 h 60"/>
                <a:gd name="T20" fmla="*/ 21 w 62"/>
                <a:gd name="T21" fmla="*/ 19 h 60"/>
                <a:gd name="T22" fmla="*/ 25 w 62"/>
                <a:gd name="T23" fmla="*/ 13 h 60"/>
                <a:gd name="T24" fmla="*/ 28 w 62"/>
                <a:gd name="T25" fmla="*/ 3 h 60"/>
                <a:gd name="T26" fmla="*/ 31 w 62"/>
                <a:gd name="T27" fmla="*/ 0 h 60"/>
                <a:gd name="T28" fmla="*/ 34 w 62"/>
                <a:gd name="T29" fmla="*/ 3 h 60"/>
                <a:gd name="T30" fmla="*/ 37 w 62"/>
                <a:gd name="T31" fmla="*/ 13 h 60"/>
                <a:gd name="T32" fmla="*/ 41 w 62"/>
                <a:gd name="T33" fmla="*/ 19 h 60"/>
                <a:gd name="T34" fmla="*/ 48 w 62"/>
                <a:gd name="T35" fmla="*/ 23 h 60"/>
                <a:gd name="T36" fmla="*/ 59 w 62"/>
                <a:gd name="T37" fmla="*/ 26 h 60"/>
                <a:gd name="T38" fmla="*/ 62 w 62"/>
                <a:gd name="T39" fmla="*/ 30 h 60"/>
                <a:gd name="T40" fmla="*/ 59 w 62"/>
                <a:gd name="T41" fmla="*/ 33 h 60"/>
                <a:gd name="T42" fmla="*/ 48 w 62"/>
                <a:gd name="T43" fmla="*/ 36 h 60"/>
                <a:gd name="T44" fmla="*/ 41 w 62"/>
                <a:gd name="T45" fmla="*/ 40 h 60"/>
                <a:gd name="T46" fmla="*/ 37 w 62"/>
                <a:gd name="T47" fmla="*/ 46 h 60"/>
                <a:gd name="T48" fmla="*/ 34 w 62"/>
                <a:gd name="T49" fmla="*/ 57 h 60"/>
                <a:gd name="T50" fmla="*/ 31 w 62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2" h="60">
                  <a:moveTo>
                    <a:pt x="31" y="60"/>
                  </a:moveTo>
                  <a:lnTo>
                    <a:pt x="31" y="60"/>
                  </a:lnTo>
                  <a:cubicBezTo>
                    <a:pt x="29" y="60"/>
                    <a:pt x="28" y="59"/>
                    <a:pt x="28" y="57"/>
                  </a:cubicBezTo>
                  <a:cubicBezTo>
                    <a:pt x="27" y="53"/>
                    <a:pt x="26" y="49"/>
                    <a:pt x="25" y="46"/>
                  </a:cubicBezTo>
                  <a:cubicBezTo>
                    <a:pt x="24" y="44"/>
                    <a:pt x="22" y="41"/>
                    <a:pt x="21" y="40"/>
                  </a:cubicBezTo>
                  <a:cubicBezTo>
                    <a:pt x="19" y="38"/>
                    <a:pt x="17" y="37"/>
                    <a:pt x="14" y="36"/>
                  </a:cubicBezTo>
                  <a:cubicBezTo>
                    <a:pt x="11" y="35"/>
                    <a:pt x="8" y="34"/>
                    <a:pt x="3" y="33"/>
                  </a:cubicBezTo>
                  <a:cubicBezTo>
                    <a:pt x="1" y="33"/>
                    <a:pt x="0" y="31"/>
                    <a:pt x="0" y="30"/>
                  </a:cubicBezTo>
                  <a:cubicBezTo>
                    <a:pt x="0" y="28"/>
                    <a:pt x="1" y="27"/>
                    <a:pt x="3" y="26"/>
                  </a:cubicBezTo>
                  <a:cubicBezTo>
                    <a:pt x="8" y="25"/>
                    <a:pt x="11" y="24"/>
                    <a:pt x="14" y="23"/>
                  </a:cubicBezTo>
                  <a:cubicBezTo>
                    <a:pt x="17" y="22"/>
                    <a:pt x="19" y="21"/>
                    <a:pt x="21" y="19"/>
                  </a:cubicBezTo>
                  <a:cubicBezTo>
                    <a:pt x="22" y="18"/>
                    <a:pt x="24" y="16"/>
                    <a:pt x="25" y="13"/>
                  </a:cubicBezTo>
                  <a:cubicBezTo>
                    <a:pt x="26" y="10"/>
                    <a:pt x="27" y="6"/>
                    <a:pt x="28" y="3"/>
                  </a:cubicBezTo>
                  <a:cubicBezTo>
                    <a:pt x="28" y="1"/>
                    <a:pt x="29" y="0"/>
                    <a:pt x="31" y="0"/>
                  </a:cubicBezTo>
                  <a:cubicBezTo>
                    <a:pt x="33" y="0"/>
                    <a:pt x="34" y="1"/>
                    <a:pt x="34" y="3"/>
                  </a:cubicBezTo>
                  <a:cubicBezTo>
                    <a:pt x="35" y="6"/>
                    <a:pt x="36" y="10"/>
                    <a:pt x="37" y="13"/>
                  </a:cubicBezTo>
                  <a:cubicBezTo>
                    <a:pt x="38" y="16"/>
                    <a:pt x="39" y="18"/>
                    <a:pt x="41" y="19"/>
                  </a:cubicBezTo>
                  <a:cubicBezTo>
                    <a:pt x="43" y="21"/>
                    <a:pt x="45" y="22"/>
                    <a:pt x="48" y="23"/>
                  </a:cubicBezTo>
                  <a:cubicBezTo>
                    <a:pt x="51" y="24"/>
                    <a:pt x="54" y="25"/>
                    <a:pt x="59" y="26"/>
                  </a:cubicBezTo>
                  <a:cubicBezTo>
                    <a:pt x="61" y="27"/>
                    <a:pt x="62" y="28"/>
                    <a:pt x="62" y="30"/>
                  </a:cubicBezTo>
                  <a:cubicBezTo>
                    <a:pt x="62" y="31"/>
                    <a:pt x="61" y="33"/>
                    <a:pt x="59" y="33"/>
                  </a:cubicBezTo>
                  <a:cubicBezTo>
                    <a:pt x="54" y="34"/>
                    <a:pt x="51" y="35"/>
                    <a:pt x="48" y="36"/>
                  </a:cubicBezTo>
                  <a:cubicBezTo>
                    <a:pt x="45" y="37"/>
                    <a:pt x="43" y="38"/>
                    <a:pt x="41" y="40"/>
                  </a:cubicBezTo>
                  <a:cubicBezTo>
                    <a:pt x="39" y="41"/>
                    <a:pt x="38" y="44"/>
                    <a:pt x="37" y="46"/>
                  </a:cubicBezTo>
                  <a:cubicBezTo>
                    <a:pt x="36" y="49"/>
                    <a:pt x="35" y="53"/>
                    <a:pt x="34" y="57"/>
                  </a:cubicBezTo>
                  <a:cubicBezTo>
                    <a:pt x="34" y="59"/>
                    <a:pt x="33" y="60"/>
                    <a:pt x="31" y="60"/>
                  </a:cubicBezTo>
                  <a:close/>
                </a:path>
              </a:pathLst>
            </a:custGeom>
            <a:solidFill>
              <a:srgbClr val="0078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1" name="Freeform 91">
              <a:extLst>
                <a:ext uri="{FF2B5EF4-FFF2-40B4-BE49-F238E27FC236}">
                  <a16:creationId xmlns:a16="http://schemas.microsoft.com/office/drawing/2014/main" id="{8D5AE585-630A-8785-4804-F7AF974D4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757" y="3550662"/>
              <a:ext cx="58738" cy="58738"/>
            </a:xfrm>
            <a:custGeom>
              <a:avLst/>
              <a:gdLst>
                <a:gd name="T0" fmla="*/ 30 w 61"/>
                <a:gd name="T1" fmla="*/ 60 h 60"/>
                <a:gd name="T2" fmla="*/ 30 w 61"/>
                <a:gd name="T3" fmla="*/ 60 h 60"/>
                <a:gd name="T4" fmla="*/ 27 w 61"/>
                <a:gd name="T5" fmla="*/ 57 h 60"/>
                <a:gd name="T6" fmla="*/ 24 w 61"/>
                <a:gd name="T7" fmla="*/ 46 h 60"/>
                <a:gd name="T8" fmla="*/ 20 w 61"/>
                <a:gd name="T9" fmla="*/ 40 h 60"/>
                <a:gd name="T10" fmla="*/ 14 w 61"/>
                <a:gd name="T11" fmla="*/ 36 h 60"/>
                <a:gd name="T12" fmla="*/ 3 w 61"/>
                <a:gd name="T13" fmla="*/ 33 h 60"/>
                <a:gd name="T14" fmla="*/ 0 w 61"/>
                <a:gd name="T15" fmla="*/ 30 h 60"/>
                <a:gd name="T16" fmla="*/ 3 w 61"/>
                <a:gd name="T17" fmla="*/ 26 h 60"/>
                <a:gd name="T18" fmla="*/ 14 w 61"/>
                <a:gd name="T19" fmla="*/ 23 h 60"/>
                <a:gd name="T20" fmla="*/ 20 w 61"/>
                <a:gd name="T21" fmla="*/ 19 h 60"/>
                <a:gd name="T22" fmla="*/ 24 w 61"/>
                <a:gd name="T23" fmla="*/ 13 h 60"/>
                <a:gd name="T24" fmla="*/ 27 w 61"/>
                <a:gd name="T25" fmla="*/ 3 h 60"/>
                <a:gd name="T26" fmla="*/ 30 w 61"/>
                <a:gd name="T27" fmla="*/ 0 h 60"/>
                <a:gd name="T28" fmla="*/ 34 w 61"/>
                <a:gd name="T29" fmla="*/ 3 h 60"/>
                <a:gd name="T30" fmla="*/ 37 w 61"/>
                <a:gd name="T31" fmla="*/ 13 h 60"/>
                <a:gd name="T32" fmla="*/ 41 w 61"/>
                <a:gd name="T33" fmla="*/ 19 h 60"/>
                <a:gd name="T34" fmla="*/ 47 w 61"/>
                <a:gd name="T35" fmla="*/ 23 h 60"/>
                <a:gd name="T36" fmla="*/ 58 w 61"/>
                <a:gd name="T37" fmla="*/ 26 h 60"/>
                <a:gd name="T38" fmla="*/ 61 w 61"/>
                <a:gd name="T39" fmla="*/ 30 h 60"/>
                <a:gd name="T40" fmla="*/ 58 w 61"/>
                <a:gd name="T41" fmla="*/ 33 h 60"/>
                <a:gd name="T42" fmla="*/ 47 w 61"/>
                <a:gd name="T43" fmla="*/ 36 h 60"/>
                <a:gd name="T44" fmla="*/ 41 w 61"/>
                <a:gd name="T45" fmla="*/ 40 h 60"/>
                <a:gd name="T46" fmla="*/ 37 w 61"/>
                <a:gd name="T47" fmla="*/ 46 h 60"/>
                <a:gd name="T48" fmla="*/ 34 w 61"/>
                <a:gd name="T49" fmla="*/ 57 h 60"/>
                <a:gd name="T50" fmla="*/ 30 w 61"/>
                <a:gd name="T5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" h="60">
                  <a:moveTo>
                    <a:pt x="30" y="60"/>
                  </a:moveTo>
                  <a:lnTo>
                    <a:pt x="30" y="60"/>
                  </a:lnTo>
                  <a:cubicBezTo>
                    <a:pt x="29" y="60"/>
                    <a:pt x="27" y="59"/>
                    <a:pt x="27" y="57"/>
                  </a:cubicBezTo>
                  <a:cubicBezTo>
                    <a:pt x="26" y="53"/>
                    <a:pt x="25" y="49"/>
                    <a:pt x="24" y="46"/>
                  </a:cubicBezTo>
                  <a:cubicBezTo>
                    <a:pt x="23" y="44"/>
                    <a:pt x="22" y="41"/>
                    <a:pt x="20" y="40"/>
                  </a:cubicBezTo>
                  <a:cubicBezTo>
                    <a:pt x="19" y="38"/>
                    <a:pt x="16" y="37"/>
                    <a:pt x="14" y="36"/>
                  </a:cubicBezTo>
                  <a:cubicBezTo>
                    <a:pt x="11" y="35"/>
                    <a:pt x="7" y="34"/>
                    <a:pt x="3" y="33"/>
                  </a:cubicBezTo>
                  <a:cubicBezTo>
                    <a:pt x="1" y="33"/>
                    <a:pt x="0" y="31"/>
                    <a:pt x="0" y="30"/>
                  </a:cubicBezTo>
                  <a:cubicBezTo>
                    <a:pt x="0" y="28"/>
                    <a:pt x="1" y="27"/>
                    <a:pt x="3" y="26"/>
                  </a:cubicBezTo>
                  <a:cubicBezTo>
                    <a:pt x="7" y="25"/>
                    <a:pt x="11" y="24"/>
                    <a:pt x="14" y="23"/>
                  </a:cubicBezTo>
                  <a:cubicBezTo>
                    <a:pt x="16" y="22"/>
                    <a:pt x="19" y="21"/>
                    <a:pt x="20" y="19"/>
                  </a:cubicBezTo>
                  <a:cubicBezTo>
                    <a:pt x="22" y="18"/>
                    <a:pt x="23" y="16"/>
                    <a:pt x="24" y="13"/>
                  </a:cubicBezTo>
                  <a:cubicBezTo>
                    <a:pt x="25" y="10"/>
                    <a:pt x="26" y="6"/>
                    <a:pt x="27" y="3"/>
                  </a:cubicBezTo>
                  <a:cubicBezTo>
                    <a:pt x="27" y="1"/>
                    <a:pt x="29" y="0"/>
                    <a:pt x="30" y="0"/>
                  </a:cubicBezTo>
                  <a:cubicBezTo>
                    <a:pt x="32" y="0"/>
                    <a:pt x="33" y="1"/>
                    <a:pt x="34" y="3"/>
                  </a:cubicBezTo>
                  <a:cubicBezTo>
                    <a:pt x="35" y="6"/>
                    <a:pt x="36" y="10"/>
                    <a:pt x="37" y="13"/>
                  </a:cubicBezTo>
                  <a:cubicBezTo>
                    <a:pt x="38" y="16"/>
                    <a:pt x="39" y="18"/>
                    <a:pt x="41" y="19"/>
                  </a:cubicBezTo>
                  <a:cubicBezTo>
                    <a:pt x="42" y="21"/>
                    <a:pt x="44" y="22"/>
                    <a:pt x="47" y="23"/>
                  </a:cubicBezTo>
                  <a:cubicBezTo>
                    <a:pt x="50" y="24"/>
                    <a:pt x="54" y="25"/>
                    <a:pt x="58" y="26"/>
                  </a:cubicBezTo>
                  <a:cubicBezTo>
                    <a:pt x="60" y="27"/>
                    <a:pt x="61" y="28"/>
                    <a:pt x="61" y="30"/>
                  </a:cubicBezTo>
                  <a:cubicBezTo>
                    <a:pt x="61" y="31"/>
                    <a:pt x="60" y="33"/>
                    <a:pt x="58" y="33"/>
                  </a:cubicBezTo>
                  <a:cubicBezTo>
                    <a:pt x="54" y="34"/>
                    <a:pt x="50" y="35"/>
                    <a:pt x="47" y="36"/>
                  </a:cubicBezTo>
                  <a:cubicBezTo>
                    <a:pt x="44" y="37"/>
                    <a:pt x="42" y="38"/>
                    <a:pt x="41" y="40"/>
                  </a:cubicBezTo>
                  <a:cubicBezTo>
                    <a:pt x="39" y="41"/>
                    <a:pt x="38" y="44"/>
                    <a:pt x="37" y="46"/>
                  </a:cubicBezTo>
                  <a:cubicBezTo>
                    <a:pt x="36" y="49"/>
                    <a:pt x="35" y="53"/>
                    <a:pt x="34" y="57"/>
                  </a:cubicBezTo>
                  <a:cubicBezTo>
                    <a:pt x="33" y="59"/>
                    <a:pt x="32" y="60"/>
                    <a:pt x="30" y="60"/>
                  </a:cubicBezTo>
                  <a:close/>
                </a:path>
              </a:pathLst>
            </a:custGeom>
            <a:solidFill>
              <a:srgbClr val="0078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2" name="Freeform 92">
              <a:extLst>
                <a:ext uri="{FF2B5EF4-FFF2-40B4-BE49-F238E27FC236}">
                  <a16:creationId xmlns:a16="http://schemas.microsoft.com/office/drawing/2014/main" id="{E2902705-FCC6-AE77-09F6-798AB93A6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0757" y="3763387"/>
              <a:ext cx="58738" cy="61913"/>
            </a:xfrm>
            <a:custGeom>
              <a:avLst/>
              <a:gdLst>
                <a:gd name="T0" fmla="*/ 30 w 61"/>
                <a:gd name="T1" fmla="*/ 0 h 62"/>
                <a:gd name="T2" fmla="*/ 30 w 61"/>
                <a:gd name="T3" fmla="*/ 0 h 62"/>
                <a:gd name="T4" fmla="*/ 34 w 61"/>
                <a:gd name="T5" fmla="*/ 3 h 62"/>
                <a:gd name="T6" fmla="*/ 37 w 61"/>
                <a:gd name="T7" fmla="*/ 14 h 62"/>
                <a:gd name="T8" fmla="*/ 41 w 61"/>
                <a:gd name="T9" fmla="*/ 21 h 62"/>
                <a:gd name="T10" fmla="*/ 47 w 61"/>
                <a:gd name="T11" fmla="*/ 25 h 62"/>
                <a:gd name="T12" fmla="*/ 58 w 61"/>
                <a:gd name="T13" fmla="*/ 28 h 62"/>
                <a:gd name="T14" fmla="*/ 61 w 61"/>
                <a:gd name="T15" fmla="*/ 31 h 62"/>
                <a:gd name="T16" fmla="*/ 58 w 61"/>
                <a:gd name="T17" fmla="*/ 34 h 62"/>
                <a:gd name="T18" fmla="*/ 47 w 61"/>
                <a:gd name="T19" fmla="*/ 37 h 62"/>
                <a:gd name="T20" fmla="*/ 41 w 61"/>
                <a:gd name="T21" fmla="*/ 41 h 62"/>
                <a:gd name="T22" fmla="*/ 37 w 61"/>
                <a:gd name="T23" fmla="*/ 48 h 62"/>
                <a:gd name="T24" fmla="*/ 34 w 61"/>
                <a:gd name="T25" fmla="*/ 59 h 62"/>
                <a:gd name="T26" fmla="*/ 30 w 61"/>
                <a:gd name="T27" fmla="*/ 62 h 62"/>
                <a:gd name="T28" fmla="*/ 27 w 61"/>
                <a:gd name="T29" fmla="*/ 59 h 62"/>
                <a:gd name="T30" fmla="*/ 24 w 61"/>
                <a:gd name="T31" fmla="*/ 48 h 62"/>
                <a:gd name="T32" fmla="*/ 20 w 61"/>
                <a:gd name="T33" fmla="*/ 41 h 62"/>
                <a:gd name="T34" fmla="*/ 14 w 61"/>
                <a:gd name="T35" fmla="*/ 37 h 62"/>
                <a:gd name="T36" fmla="*/ 3 w 61"/>
                <a:gd name="T37" fmla="*/ 34 h 62"/>
                <a:gd name="T38" fmla="*/ 0 w 61"/>
                <a:gd name="T39" fmla="*/ 31 h 62"/>
                <a:gd name="T40" fmla="*/ 3 w 61"/>
                <a:gd name="T41" fmla="*/ 28 h 62"/>
                <a:gd name="T42" fmla="*/ 14 w 61"/>
                <a:gd name="T43" fmla="*/ 25 h 62"/>
                <a:gd name="T44" fmla="*/ 20 w 61"/>
                <a:gd name="T45" fmla="*/ 21 h 62"/>
                <a:gd name="T46" fmla="*/ 24 w 61"/>
                <a:gd name="T47" fmla="*/ 14 h 62"/>
                <a:gd name="T48" fmla="*/ 27 w 61"/>
                <a:gd name="T49" fmla="*/ 3 h 62"/>
                <a:gd name="T50" fmla="*/ 30 w 61"/>
                <a:gd name="T5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1" h="62">
                  <a:moveTo>
                    <a:pt x="30" y="0"/>
                  </a:moveTo>
                  <a:lnTo>
                    <a:pt x="30" y="0"/>
                  </a:lnTo>
                  <a:cubicBezTo>
                    <a:pt x="32" y="0"/>
                    <a:pt x="33" y="1"/>
                    <a:pt x="34" y="3"/>
                  </a:cubicBezTo>
                  <a:cubicBezTo>
                    <a:pt x="35" y="8"/>
                    <a:pt x="36" y="11"/>
                    <a:pt x="37" y="14"/>
                  </a:cubicBezTo>
                  <a:cubicBezTo>
                    <a:pt x="38" y="17"/>
                    <a:pt x="39" y="19"/>
                    <a:pt x="41" y="21"/>
                  </a:cubicBezTo>
                  <a:cubicBezTo>
                    <a:pt x="42" y="23"/>
                    <a:pt x="44" y="24"/>
                    <a:pt x="47" y="25"/>
                  </a:cubicBezTo>
                  <a:cubicBezTo>
                    <a:pt x="50" y="26"/>
                    <a:pt x="54" y="27"/>
                    <a:pt x="58" y="28"/>
                  </a:cubicBezTo>
                  <a:cubicBezTo>
                    <a:pt x="60" y="28"/>
                    <a:pt x="61" y="29"/>
                    <a:pt x="61" y="31"/>
                  </a:cubicBezTo>
                  <a:cubicBezTo>
                    <a:pt x="61" y="33"/>
                    <a:pt x="60" y="34"/>
                    <a:pt x="58" y="34"/>
                  </a:cubicBezTo>
                  <a:cubicBezTo>
                    <a:pt x="54" y="35"/>
                    <a:pt x="50" y="36"/>
                    <a:pt x="47" y="37"/>
                  </a:cubicBezTo>
                  <a:cubicBezTo>
                    <a:pt x="44" y="38"/>
                    <a:pt x="42" y="39"/>
                    <a:pt x="41" y="41"/>
                  </a:cubicBezTo>
                  <a:cubicBezTo>
                    <a:pt x="39" y="43"/>
                    <a:pt x="38" y="45"/>
                    <a:pt x="37" y="48"/>
                  </a:cubicBezTo>
                  <a:cubicBezTo>
                    <a:pt x="36" y="51"/>
                    <a:pt x="35" y="54"/>
                    <a:pt x="34" y="59"/>
                  </a:cubicBezTo>
                  <a:cubicBezTo>
                    <a:pt x="33" y="61"/>
                    <a:pt x="32" y="62"/>
                    <a:pt x="30" y="62"/>
                  </a:cubicBezTo>
                  <a:cubicBezTo>
                    <a:pt x="29" y="62"/>
                    <a:pt x="27" y="61"/>
                    <a:pt x="27" y="59"/>
                  </a:cubicBezTo>
                  <a:cubicBezTo>
                    <a:pt x="26" y="54"/>
                    <a:pt x="25" y="51"/>
                    <a:pt x="24" y="48"/>
                  </a:cubicBezTo>
                  <a:cubicBezTo>
                    <a:pt x="23" y="45"/>
                    <a:pt x="22" y="43"/>
                    <a:pt x="20" y="41"/>
                  </a:cubicBezTo>
                  <a:cubicBezTo>
                    <a:pt x="19" y="39"/>
                    <a:pt x="16" y="38"/>
                    <a:pt x="14" y="37"/>
                  </a:cubicBezTo>
                  <a:cubicBezTo>
                    <a:pt x="11" y="36"/>
                    <a:pt x="7" y="35"/>
                    <a:pt x="3" y="34"/>
                  </a:cubicBezTo>
                  <a:cubicBezTo>
                    <a:pt x="1" y="34"/>
                    <a:pt x="0" y="33"/>
                    <a:pt x="0" y="31"/>
                  </a:cubicBezTo>
                  <a:cubicBezTo>
                    <a:pt x="0" y="29"/>
                    <a:pt x="1" y="28"/>
                    <a:pt x="3" y="28"/>
                  </a:cubicBezTo>
                  <a:cubicBezTo>
                    <a:pt x="7" y="27"/>
                    <a:pt x="11" y="26"/>
                    <a:pt x="14" y="25"/>
                  </a:cubicBezTo>
                  <a:cubicBezTo>
                    <a:pt x="16" y="24"/>
                    <a:pt x="19" y="23"/>
                    <a:pt x="20" y="21"/>
                  </a:cubicBezTo>
                  <a:cubicBezTo>
                    <a:pt x="22" y="19"/>
                    <a:pt x="23" y="17"/>
                    <a:pt x="24" y="14"/>
                  </a:cubicBezTo>
                  <a:cubicBezTo>
                    <a:pt x="25" y="11"/>
                    <a:pt x="26" y="8"/>
                    <a:pt x="27" y="3"/>
                  </a:cubicBezTo>
                  <a:cubicBezTo>
                    <a:pt x="27" y="1"/>
                    <a:pt x="29" y="0"/>
                    <a:pt x="30" y="0"/>
                  </a:cubicBezTo>
                  <a:close/>
                </a:path>
              </a:pathLst>
            </a:custGeom>
            <a:solidFill>
              <a:srgbClr val="0078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382180A-11C3-E033-490B-CF3E97C1A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745" y="2857254"/>
            <a:ext cx="393775" cy="495338"/>
            <a:chOff x="4346061" y="3627788"/>
            <a:chExt cx="292364" cy="367771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468F7B8F-FB38-A62A-9E3A-8CFB09619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061" y="3627788"/>
              <a:ext cx="236802" cy="289719"/>
            </a:xfrm>
            <a:custGeom>
              <a:avLst/>
              <a:gdLst>
                <a:gd name="T0" fmla="*/ 140 w 240"/>
                <a:gd name="T1" fmla="*/ 220 h 293"/>
                <a:gd name="T2" fmla="*/ 140 w 240"/>
                <a:gd name="T3" fmla="*/ 220 h 293"/>
                <a:gd name="T4" fmla="*/ 33 w 240"/>
                <a:gd name="T5" fmla="*/ 113 h 293"/>
                <a:gd name="T6" fmla="*/ 89 w 240"/>
                <a:gd name="T7" fmla="*/ 57 h 293"/>
                <a:gd name="T8" fmla="*/ 140 w 240"/>
                <a:gd name="T9" fmla="*/ 107 h 293"/>
                <a:gd name="T10" fmla="*/ 208 w 240"/>
                <a:gd name="T11" fmla="*/ 39 h 293"/>
                <a:gd name="T12" fmla="*/ 205 w 240"/>
                <a:gd name="T13" fmla="*/ 35 h 293"/>
                <a:gd name="T14" fmla="*/ 167 w 240"/>
                <a:gd name="T15" fmla="*/ 9 h 293"/>
                <a:gd name="T16" fmla="*/ 120 w 240"/>
                <a:gd name="T17" fmla="*/ 0 h 293"/>
                <a:gd name="T18" fmla="*/ 73 w 240"/>
                <a:gd name="T19" fmla="*/ 9 h 293"/>
                <a:gd name="T20" fmla="*/ 35 w 240"/>
                <a:gd name="T21" fmla="*/ 35 h 293"/>
                <a:gd name="T22" fmla="*/ 9 w 240"/>
                <a:gd name="T23" fmla="*/ 73 h 293"/>
                <a:gd name="T24" fmla="*/ 0 w 240"/>
                <a:gd name="T25" fmla="*/ 120 h 293"/>
                <a:gd name="T26" fmla="*/ 9 w 240"/>
                <a:gd name="T27" fmla="*/ 165 h 293"/>
                <a:gd name="T28" fmla="*/ 36 w 240"/>
                <a:gd name="T29" fmla="*/ 203 h 293"/>
                <a:gd name="T30" fmla="*/ 66 w 240"/>
                <a:gd name="T31" fmla="*/ 244 h 293"/>
                <a:gd name="T32" fmla="*/ 79 w 240"/>
                <a:gd name="T33" fmla="*/ 293 h 293"/>
                <a:gd name="T34" fmla="*/ 161 w 240"/>
                <a:gd name="T35" fmla="*/ 293 h 293"/>
                <a:gd name="T36" fmla="*/ 174 w 240"/>
                <a:gd name="T37" fmla="*/ 244 h 293"/>
                <a:gd name="T38" fmla="*/ 204 w 240"/>
                <a:gd name="T39" fmla="*/ 203 h 293"/>
                <a:gd name="T40" fmla="*/ 231 w 240"/>
                <a:gd name="T41" fmla="*/ 165 h 293"/>
                <a:gd name="T42" fmla="*/ 240 w 240"/>
                <a:gd name="T43" fmla="*/ 120 h 293"/>
                <a:gd name="T44" fmla="*/ 140 w 240"/>
                <a:gd name="T45" fmla="*/ 22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40" h="293">
                  <a:moveTo>
                    <a:pt x="140" y="220"/>
                  </a:moveTo>
                  <a:lnTo>
                    <a:pt x="140" y="220"/>
                  </a:lnTo>
                  <a:lnTo>
                    <a:pt x="33" y="113"/>
                  </a:lnTo>
                  <a:lnTo>
                    <a:pt x="89" y="57"/>
                  </a:lnTo>
                  <a:lnTo>
                    <a:pt x="140" y="107"/>
                  </a:lnTo>
                  <a:lnTo>
                    <a:pt x="208" y="39"/>
                  </a:lnTo>
                  <a:cubicBezTo>
                    <a:pt x="207" y="37"/>
                    <a:pt x="206" y="36"/>
                    <a:pt x="205" y="35"/>
                  </a:cubicBezTo>
                  <a:cubicBezTo>
                    <a:pt x="194" y="24"/>
                    <a:pt x="181" y="15"/>
                    <a:pt x="167" y="9"/>
                  </a:cubicBezTo>
                  <a:cubicBezTo>
                    <a:pt x="152" y="3"/>
                    <a:pt x="137" y="0"/>
                    <a:pt x="120" y="0"/>
                  </a:cubicBezTo>
                  <a:cubicBezTo>
                    <a:pt x="103" y="0"/>
                    <a:pt x="88" y="3"/>
                    <a:pt x="73" y="9"/>
                  </a:cubicBezTo>
                  <a:cubicBezTo>
                    <a:pt x="59" y="15"/>
                    <a:pt x="46" y="24"/>
                    <a:pt x="35" y="35"/>
                  </a:cubicBezTo>
                  <a:cubicBezTo>
                    <a:pt x="24" y="46"/>
                    <a:pt x="16" y="58"/>
                    <a:pt x="9" y="73"/>
                  </a:cubicBezTo>
                  <a:cubicBezTo>
                    <a:pt x="3" y="87"/>
                    <a:pt x="0" y="103"/>
                    <a:pt x="0" y="120"/>
                  </a:cubicBezTo>
                  <a:cubicBezTo>
                    <a:pt x="0" y="136"/>
                    <a:pt x="3" y="151"/>
                    <a:pt x="9" y="165"/>
                  </a:cubicBezTo>
                  <a:cubicBezTo>
                    <a:pt x="15" y="179"/>
                    <a:pt x="24" y="192"/>
                    <a:pt x="36" y="203"/>
                  </a:cubicBezTo>
                  <a:cubicBezTo>
                    <a:pt x="48" y="216"/>
                    <a:pt x="58" y="230"/>
                    <a:pt x="66" y="244"/>
                  </a:cubicBezTo>
                  <a:cubicBezTo>
                    <a:pt x="73" y="259"/>
                    <a:pt x="78" y="275"/>
                    <a:pt x="79" y="293"/>
                  </a:cubicBezTo>
                  <a:lnTo>
                    <a:pt x="161" y="293"/>
                  </a:lnTo>
                  <a:cubicBezTo>
                    <a:pt x="162" y="275"/>
                    <a:pt x="167" y="259"/>
                    <a:pt x="174" y="244"/>
                  </a:cubicBezTo>
                  <a:cubicBezTo>
                    <a:pt x="182" y="230"/>
                    <a:pt x="192" y="216"/>
                    <a:pt x="204" y="203"/>
                  </a:cubicBezTo>
                  <a:cubicBezTo>
                    <a:pt x="216" y="192"/>
                    <a:pt x="225" y="179"/>
                    <a:pt x="231" y="165"/>
                  </a:cubicBezTo>
                  <a:cubicBezTo>
                    <a:pt x="237" y="151"/>
                    <a:pt x="240" y="136"/>
                    <a:pt x="240" y="120"/>
                  </a:cubicBezTo>
                  <a:lnTo>
                    <a:pt x="140" y="22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78CED490-D3BE-B4C7-2E7B-D864F12E2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5436" y="3943965"/>
              <a:ext cx="79375" cy="51594"/>
            </a:xfrm>
            <a:custGeom>
              <a:avLst/>
              <a:gdLst>
                <a:gd name="T0" fmla="*/ 0 w 80"/>
                <a:gd name="T1" fmla="*/ 40 h 53"/>
                <a:gd name="T2" fmla="*/ 0 w 80"/>
                <a:gd name="T3" fmla="*/ 40 h 53"/>
                <a:gd name="T4" fmla="*/ 4 w 80"/>
                <a:gd name="T5" fmla="*/ 49 h 53"/>
                <a:gd name="T6" fmla="*/ 13 w 80"/>
                <a:gd name="T7" fmla="*/ 53 h 53"/>
                <a:gd name="T8" fmla="*/ 67 w 80"/>
                <a:gd name="T9" fmla="*/ 53 h 53"/>
                <a:gd name="T10" fmla="*/ 76 w 80"/>
                <a:gd name="T11" fmla="*/ 49 h 53"/>
                <a:gd name="T12" fmla="*/ 80 w 80"/>
                <a:gd name="T13" fmla="*/ 40 h 53"/>
                <a:gd name="T14" fmla="*/ 80 w 80"/>
                <a:gd name="T15" fmla="*/ 0 h 53"/>
                <a:gd name="T16" fmla="*/ 0 w 80"/>
                <a:gd name="T17" fmla="*/ 0 h 53"/>
                <a:gd name="T18" fmla="*/ 0 w 80"/>
                <a:gd name="T19" fmla="*/ 4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3">
                  <a:moveTo>
                    <a:pt x="0" y="40"/>
                  </a:moveTo>
                  <a:lnTo>
                    <a:pt x="0" y="40"/>
                  </a:lnTo>
                  <a:cubicBezTo>
                    <a:pt x="0" y="43"/>
                    <a:pt x="1" y="46"/>
                    <a:pt x="4" y="49"/>
                  </a:cubicBezTo>
                  <a:cubicBezTo>
                    <a:pt x="7" y="52"/>
                    <a:pt x="10" y="53"/>
                    <a:pt x="13" y="53"/>
                  </a:cubicBezTo>
                  <a:lnTo>
                    <a:pt x="67" y="53"/>
                  </a:lnTo>
                  <a:cubicBezTo>
                    <a:pt x="70" y="53"/>
                    <a:pt x="73" y="52"/>
                    <a:pt x="76" y="49"/>
                  </a:cubicBezTo>
                  <a:cubicBezTo>
                    <a:pt x="79" y="46"/>
                    <a:pt x="80" y="43"/>
                    <a:pt x="80" y="40"/>
                  </a:cubicBezTo>
                  <a:lnTo>
                    <a:pt x="80" y="0"/>
                  </a:lnTo>
                  <a:lnTo>
                    <a:pt x="0" y="0"/>
                  </a:lnTo>
                  <a:lnTo>
                    <a:pt x="0" y="4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D3998063-B0A1-0132-918F-93C926398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175" y="3635726"/>
              <a:ext cx="222250" cy="171979"/>
            </a:xfrm>
            <a:custGeom>
              <a:avLst/>
              <a:gdLst>
                <a:gd name="T0" fmla="*/ 207 w 226"/>
                <a:gd name="T1" fmla="*/ 0 h 174"/>
                <a:gd name="T2" fmla="*/ 207 w 226"/>
                <a:gd name="T3" fmla="*/ 0 h 174"/>
                <a:gd name="T4" fmla="*/ 154 w 226"/>
                <a:gd name="T5" fmla="*/ 52 h 174"/>
                <a:gd name="T6" fmla="*/ 70 w 226"/>
                <a:gd name="T7" fmla="*/ 137 h 174"/>
                <a:gd name="T8" fmla="*/ 19 w 226"/>
                <a:gd name="T9" fmla="*/ 86 h 174"/>
                <a:gd name="T10" fmla="*/ 0 w 226"/>
                <a:gd name="T11" fmla="*/ 105 h 174"/>
                <a:gd name="T12" fmla="*/ 70 w 226"/>
                <a:gd name="T13" fmla="*/ 174 h 174"/>
                <a:gd name="T14" fmla="*/ 165 w 226"/>
                <a:gd name="T15" fmla="*/ 79 h 174"/>
                <a:gd name="T16" fmla="*/ 226 w 226"/>
                <a:gd name="T17" fmla="*/ 18 h 174"/>
                <a:gd name="T18" fmla="*/ 207 w 226"/>
                <a:gd name="T19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" h="174">
                  <a:moveTo>
                    <a:pt x="207" y="0"/>
                  </a:moveTo>
                  <a:lnTo>
                    <a:pt x="207" y="0"/>
                  </a:lnTo>
                  <a:lnTo>
                    <a:pt x="154" y="52"/>
                  </a:lnTo>
                  <a:lnTo>
                    <a:pt x="70" y="137"/>
                  </a:lnTo>
                  <a:lnTo>
                    <a:pt x="19" y="86"/>
                  </a:lnTo>
                  <a:lnTo>
                    <a:pt x="0" y="105"/>
                  </a:lnTo>
                  <a:lnTo>
                    <a:pt x="70" y="174"/>
                  </a:lnTo>
                  <a:lnTo>
                    <a:pt x="165" y="79"/>
                  </a:lnTo>
                  <a:lnTo>
                    <a:pt x="226" y="18"/>
                  </a:lnTo>
                  <a:lnTo>
                    <a:pt x="20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0E2AB9F-CD39-EFE0-4D8C-5447DFF93F7F}"/>
              </a:ext>
            </a:extLst>
          </p:cNvPr>
          <p:cNvSpPr txBox="1"/>
          <p:nvPr/>
        </p:nvSpPr>
        <p:spPr>
          <a:xfrm>
            <a:off x="454395" y="5130214"/>
            <a:ext cx="1576160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Using…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DBEBE07-7627-32E3-6B58-BBB9C2C93D83}"/>
              </a:ext>
            </a:extLst>
          </p:cNvPr>
          <p:cNvGrpSpPr/>
          <p:nvPr/>
        </p:nvGrpSpPr>
        <p:grpSpPr>
          <a:xfrm>
            <a:off x="322216" y="5842294"/>
            <a:ext cx="11678195" cy="976572"/>
            <a:chOff x="322216" y="5842294"/>
            <a:chExt cx="11678195" cy="97657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AF6E1F0-48FA-46F2-6523-B67E30C502D8}"/>
                </a:ext>
              </a:extLst>
            </p:cNvPr>
            <p:cNvSpPr/>
            <p:nvPr/>
          </p:nvSpPr>
          <p:spPr bwMode="auto">
            <a:xfrm>
              <a:off x="322216" y="5842294"/>
              <a:ext cx="11678195" cy="872542"/>
            </a:xfrm>
            <a:prstGeom prst="roundRect">
              <a:avLst/>
            </a:prstGeom>
            <a:solidFill>
              <a:srgbClr val="7030A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AU" sz="20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321AE5C-2BE3-2FEF-82A7-AD4B5FC35CDA}"/>
                </a:ext>
              </a:extLst>
            </p:cNvPr>
            <p:cNvSpPr/>
            <p:nvPr/>
          </p:nvSpPr>
          <p:spPr bwMode="auto">
            <a:xfrm>
              <a:off x="1991185" y="6214759"/>
              <a:ext cx="933070" cy="40011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AU" sz="14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40BF54-05B6-8891-3B01-AA37E2DF09D3}"/>
                </a:ext>
              </a:extLst>
            </p:cNvPr>
            <p:cNvSpPr txBox="1"/>
            <p:nvPr/>
          </p:nvSpPr>
          <p:spPr>
            <a:xfrm>
              <a:off x="1932095" y="5842357"/>
              <a:ext cx="9921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Hours/week Spent</a:t>
              </a:r>
              <a:endParaRPr lang="en-AU" sz="1000" dirty="0">
                <a:solidFill>
                  <a:schemeClr val="bg1"/>
                </a:solidFill>
              </a:endParaRPr>
            </a:p>
          </p:txBody>
        </p:sp>
        <p:pic>
          <p:nvPicPr>
            <p:cNvPr id="39" name="Graphic 38" descr="Close with solid fill">
              <a:extLst>
                <a:ext uri="{FF2B5EF4-FFF2-40B4-BE49-F238E27FC236}">
                  <a16:creationId xmlns:a16="http://schemas.microsoft.com/office/drawing/2014/main" id="{67CAF110-134F-0FE3-BFF5-D6EF7334DE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069" y="6171597"/>
              <a:ext cx="400110" cy="400110"/>
            </a:xfrm>
            <a:prstGeom prst="rect">
              <a:avLst/>
            </a:prstGeom>
          </p:spPr>
        </p:pic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B57EE94-1958-D09B-265E-938AD2BA4259}"/>
                </a:ext>
              </a:extLst>
            </p:cNvPr>
            <p:cNvSpPr/>
            <p:nvPr/>
          </p:nvSpPr>
          <p:spPr bwMode="auto">
            <a:xfrm>
              <a:off x="4480385" y="6214759"/>
              <a:ext cx="933070" cy="40011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ea typeface="Segoe UI" pitchFamily="34" charset="0"/>
                  <a:cs typeface="Segoe UI" pitchFamily="34" charset="0"/>
                </a:rPr>
                <a:t>%</a:t>
              </a:r>
              <a:endParaRPr lang="en-AU" sz="14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8ABC6DB-C8D3-6B76-8E02-BB6A1B63B7E4}"/>
                </a:ext>
              </a:extLst>
            </p:cNvPr>
            <p:cNvSpPr txBox="1"/>
            <p:nvPr/>
          </p:nvSpPr>
          <p:spPr>
            <a:xfrm>
              <a:off x="4430891" y="5842357"/>
              <a:ext cx="9921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Segoe UI"/>
                </a:rPr>
                <a:t>Efficiency Improvement</a:t>
              </a:r>
              <a:endParaRPr lang="en-AU" sz="1000" dirty="0">
                <a:solidFill>
                  <a:schemeClr val="bg1"/>
                </a:solidFill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6D2AC27-68C4-C48F-0EA0-EB31AB572062}"/>
                </a:ext>
              </a:extLst>
            </p:cNvPr>
            <p:cNvSpPr/>
            <p:nvPr/>
          </p:nvSpPr>
          <p:spPr bwMode="auto">
            <a:xfrm>
              <a:off x="7093423" y="6214759"/>
              <a:ext cx="933070" cy="40011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AU" sz="14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DC8E3E2-0867-53F5-AC6E-082939CA0B0A}"/>
                </a:ext>
              </a:extLst>
            </p:cNvPr>
            <p:cNvSpPr txBox="1"/>
            <p:nvPr/>
          </p:nvSpPr>
          <p:spPr>
            <a:xfrm>
              <a:off x="7043929" y="5842357"/>
              <a:ext cx="9921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Segoe UI"/>
                </a:rPr>
                <a:t># Unique Workers</a:t>
              </a:r>
              <a:endParaRPr lang="en-AU" sz="1000" dirty="0">
                <a:solidFill>
                  <a:schemeClr val="bg1"/>
                </a:solidFill>
              </a:endParaRPr>
            </a:p>
          </p:txBody>
        </p:sp>
        <p:pic>
          <p:nvPicPr>
            <p:cNvPr id="44" name="Graphic 43" descr="Close with solid fill">
              <a:extLst>
                <a:ext uri="{FF2B5EF4-FFF2-40B4-BE49-F238E27FC236}">
                  <a16:creationId xmlns:a16="http://schemas.microsoft.com/office/drawing/2014/main" id="{36CC270E-C6B5-8745-5E50-F373D1C7E2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01425" y="6171597"/>
              <a:ext cx="400110" cy="400110"/>
            </a:xfrm>
            <a:prstGeom prst="rect">
              <a:avLst/>
            </a:prstGeom>
          </p:spPr>
        </p:pic>
        <p:pic>
          <p:nvPicPr>
            <p:cNvPr id="46" name="Graphic 45" descr="Arrow Right with solid fill">
              <a:extLst>
                <a:ext uri="{FF2B5EF4-FFF2-40B4-BE49-F238E27FC236}">
                  <a16:creationId xmlns:a16="http://schemas.microsoft.com/office/drawing/2014/main" id="{450803DE-2BF1-D111-39E0-CC557E4E75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74903" y="5904466"/>
              <a:ext cx="914400" cy="914400"/>
            </a:xfrm>
            <a:prstGeom prst="rect">
              <a:avLst/>
            </a:prstGeom>
          </p:spPr>
        </p:pic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707DE26-A7B9-2119-9497-E2BA0321EDCC}"/>
                </a:ext>
              </a:extLst>
            </p:cNvPr>
            <p:cNvSpPr/>
            <p:nvPr/>
          </p:nvSpPr>
          <p:spPr bwMode="auto">
            <a:xfrm>
              <a:off x="9716057" y="6214759"/>
              <a:ext cx="933070" cy="40011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AU" sz="1400" dirty="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8018AA9-4091-C565-EA85-F6FA8697D5C6}"/>
                </a:ext>
              </a:extLst>
            </p:cNvPr>
            <p:cNvSpPr txBox="1"/>
            <p:nvPr/>
          </p:nvSpPr>
          <p:spPr>
            <a:xfrm>
              <a:off x="9666563" y="5842357"/>
              <a:ext cx="9921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Segoe UI"/>
                </a:rPr>
                <a:t>Value Calculated</a:t>
              </a:r>
              <a:endParaRPr lang="en-AU" sz="1000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AB59B2-F546-B1D5-3161-6FDC6ACA9468}"/>
                </a:ext>
              </a:extLst>
            </p:cNvPr>
            <p:cNvSpPr txBox="1"/>
            <p:nvPr/>
          </p:nvSpPr>
          <p:spPr>
            <a:xfrm>
              <a:off x="10730624" y="6161611"/>
              <a:ext cx="9921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Segoe UI"/>
                </a:rPr>
                <a:t>Hours per week saving</a:t>
              </a:r>
              <a:endParaRPr lang="en-AU" sz="1000" dirty="0">
                <a:solidFill>
                  <a:schemeClr val="bg1"/>
                </a:solidFill>
              </a:endParaRPr>
            </a:p>
          </p:txBody>
        </p:sp>
        <p:pic>
          <p:nvPicPr>
            <p:cNvPr id="53" name="Graphic 52" descr="Stopwatch 75% with solid fill">
              <a:extLst>
                <a:ext uri="{FF2B5EF4-FFF2-40B4-BE49-F238E27FC236}">
                  <a16:creationId xmlns:a16="http://schemas.microsoft.com/office/drawing/2014/main" id="{3CF9B95C-9B73-5CB1-7AAC-E00D9015E1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0644" y="5916720"/>
              <a:ext cx="591637" cy="591637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BB94B2C-CE7F-6124-8F5C-2A611FFC2999}"/>
                </a:ext>
              </a:extLst>
            </p:cNvPr>
            <p:cNvSpPr txBox="1"/>
            <p:nvPr/>
          </p:nvSpPr>
          <p:spPr>
            <a:xfrm>
              <a:off x="513751" y="6442500"/>
              <a:ext cx="99216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Time Saving</a:t>
              </a:r>
              <a:endParaRPr lang="en-AU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FBB49BC-324C-DECF-16EB-12573534A4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802230" y="2816935"/>
            <a:ext cx="4829078" cy="1158897"/>
          </a:xfrm>
          <a:prstGeom prst="roundRect">
            <a:avLst>
              <a:gd name="adj" fmla="val 13604"/>
            </a:avLst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228600" dist="38100" dir="2700026" rotWithShape="0">
              <a:scrgbClr r="0" g="0" b="0">
                <a:alpha val="9000"/>
              </a:sc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/>
              </a:rPr>
              <a:t>(Description of what I want to do)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/>
              </a:rPr>
            </a:br>
            <a:r>
              <a:rPr lang="en-US" sz="1100" dirty="0">
                <a:solidFill>
                  <a:srgbClr val="080808"/>
                </a:solidFill>
                <a:latin typeface="Segoe UI" panose="020B0502040204020203" pitchFamily="34" charset="0"/>
                <a:cs typeface="Segoe UI"/>
              </a:rPr>
              <a:t>Insert Text Here describing the </a:t>
            </a:r>
            <a:r>
              <a:rPr lang="en-US" sz="1100" b="1" i="1" u="sng" dirty="0">
                <a:solidFill>
                  <a:srgbClr val="080808"/>
                </a:solidFill>
                <a:latin typeface="Segoe UI" panose="020B0502040204020203" pitchFamily="34" charset="0"/>
                <a:cs typeface="Segoe UI"/>
              </a:rPr>
              <a:t>job</a:t>
            </a:r>
            <a:r>
              <a:rPr lang="en-US" sz="1100" dirty="0">
                <a:solidFill>
                  <a:srgbClr val="080808"/>
                </a:solidFill>
                <a:latin typeface="Segoe UI" panose="020B0502040204020203" pitchFamily="34" charset="0"/>
                <a:cs typeface="Segoe UI"/>
              </a:rPr>
              <a:t> the person wants/needs to complete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2EABE78-E17F-D33F-2E63-60DFE05DEA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802230" y="4396076"/>
            <a:ext cx="4829078" cy="1158897"/>
          </a:xfrm>
          <a:prstGeom prst="roundRect">
            <a:avLst>
              <a:gd name="adj" fmla="val 13604"/>
            </a:avLst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228600" dist="38100" dir="2700026" rotWithShape="0">
              <a:scrgbClr r="0" g="0" b="0">
                <a:alpha val="9000"/>
              </a:sc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/>
              </a:rPr>
              <a:t>(Specific application of Microsoft 365 copilot / business chat)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rgbClr val="080808"/>
              </a:solidFill>
              <a:latin typeface="Segoe UI" panose="020B0502040204020203" pitchFamily="34" charset="0"/>
              <a:cs typeface="Segoe UI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/>
              </a:rPr>
              <a:t>Insert details of which applications will be </a:t>
            </a:r>
            <a:r>
              <a:rPr lang="en-US" sz="1100" dirty="0">
                <a:solidFill>
                  <a:srgbClr val="080808"/>
                </a:solidFill>
                <a:latin typeface="Segoe UI" panose="020B0502040204020203" pitchFamily="34" charset="0"/>
                <a:cs typeface="Segoe UI"/>
              </a:rPr>
              <a:t>used for this scenario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5DFA96-8C8E-ABDD-466A-3C878655A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9407" y="1214966"/>
            <a:ext cx="496800" cy="496800"/>
            <a:chOff x="769241" y="5197687"/>
            <a:chExt cx="382323" cy="383646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07159FD6-9392-3B72-50AA-EF772FB82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772" y="5319395"/>
              <a:ext cx="84667" cy="83344"/>
            </a:xfrm>
            <a:custGeom>
              <a:avLst/>
              <a:gdLst>
                <a:gd name="T0" fmla="*/ 22 w 85"/>
                <a:gd name="T1" fmla="*/ 81 h 84"/>
                <a:gd name="T2" fmla="*/ 22 w 85"/>
                <a:gd name="T3" fmla="*/ 81 h 84"/>
                <a:gd name="T4" fmla="*/ 3 w 85"/>
                <a:gd name="T5" fmla="*/ 63 h 84"/>
                <a:gd name="T6" fmla="*/ 8 w 85"/>
                <a:gd name="T7" fmla="*/ 44 h 84"/>
                <a:gd name="T8" fmla="*/ 20 w 85"/>
                <a:gd name="T9" fmla="*/ 0 h 84"/>
                <a:gd name="T10" fmla="*/ 52 w 85"/>
                <a:gd name="T11" fmla="*/ 32 h 84"/>
                <a:gd name="T12" fmla="*/ 85 w 85"/>
                <a:gd name="T13" fmla="*/ 64 h 84"/>
                <a:gd name="T14" fmla="*/ 41 w 85"/>
                <a:gd name="T15" fmla="*/ 76 h 84"/>
                <a:gd name="T16" fmla="*/ 22 w 85"/>
                <a:gd name="T17" fmla="*/ 8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84">
                  <a:moveTo>
                    <a:pt x="22" y="81"/>
                  </a:moveTo>
                  <a:lnTo>
                    <a:pt x="22" y="81"/>
                  </a:lnTo>
                  <a:cubicBezTo>
                    <a:pt x="11" y="84"/>
                    <a:pt x="0" y="74"/>
                    <a:pt x="3" y="63"/>
                  </a:cubicBezTo>
                  <a:lnTo>
                    <a:pt x="8" y="44"/>
                  </a:lnTo>
                  <a:lnTo>
                    <a:pt x="20" y="0"/>
                  </a:lnTo>
                  <a:lnTo>
                    <a:pt x="52" y="32"/>
                  </a:lnTo>
                  <a:lnTo>
                    <a:pt x="85" y="64"/>
                  </a:lnTo>
                  <a:lnTo>
                    <a:pt x="41" y="76"/>
                  </a:lnTo>
                  <a:lnTo>
                    <a:pt x="22" y="81"/>
                  </a:lnTo>
                  <a:close/>
                </a:path>
              </a:pathLst>
            </a:custGeom>
            <a:solidFill>
              <a:srgbClr val="0078D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680444FE-09B6-8BA7-539A-7116D1F74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199" y="5251927"/>
              <a:ext cx="119063" cy="120385"/>
            </a:xfrm>
            <a:custGeom>
              <a:avLst/>
              <a:gdLst>
                <a:gd name="T0" fmla="*/ 121 w 121"/>
                <a:gd name="T1" fmla="*/ 67 h 123"/>
                <a:gd name="T2" fmla="*/ 121 w 121"/>
                <a:gd name="T3" fmla="*/ 67 h 123"/>
                <a:gd name="T4" fmla="*/ 65 w 121"/>
                <a:gd name="T5" fmla="*/ 123 h 123"/>
                <a:gd name="T6" fmla="*/ 0 w 121"/>
                <a:gd name="T7" fmla="*/ 58 h 123"/>
                <a:gd name="T8" fmla="*/ 58 w 121"/>
                <a:gd name="T9" fmla="*/ 0 h 123"/>
                <a:gd name="T10" fmla="*/ 121 w 121"/>
                <a:gd name="T11" fmla="*/ 67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1" h="123">
                  <a:moveTo>
                    <a:pt x="121" y="67"/>
                  </a:moveTo>
                  <a:lnTo>
                    <a:pt x="121" y="67"/>
                  </a:lnTo>
                  <a:lnTo>
                    <a:pt x="65" y="123"/>
                  </a:lnTo>
                  <a:lnTo>
                    <a:pt x="0" y="58"/>
                  </a:lnTo>
                  <a:lnTo>
                    <a:pt x="58" y="0"/>
                  </a:lnTo>
                  <a:cubicBezTo>
                    <a:pt x="85" y="16"/>
                    <a:pt x="107" y="39"/>
                    <a:pt x="121" y="67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49385449-231A-D40F-4912-86F4CFF36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991" y="5392156"/>
              <a:ext cx="35719" cy="38365"/>
            </a:xfrm>
            <a:custGeom>
              <a:avLst/>
              <a:gdLst>
                <a:gd name="T0" fmla="*/ 6 w 37"/>
                <a:gd name="T1" fmla="*/ 11 h 39"/>
                <a:gd name="T2" fmla="*/ 6 w 37"/>
                <a:gd name="T3" fmla="*/ 11 h 39"/>
                <a:gd name="T4" fmla="*/ 6 w 37"/>
                <a:gd name="T5" fmla="*/ 33 h 39"/>
                <a:gd name="T6" fmla="*/ 27 w 37"/>
                <a:gd name="T7" fmla="*/ 33 h 39"/>
                <a:gd name="T8" fmla="*/ 37 w 37"/>
                <a:gd name="T9" fmla="*/ 23 h 39"/>
                <a:gd name="T10" fmla="*/ 15 w 37"/>
                <a:gd name="T11" fmla="*/ 0 h 39"/>
                <a:gd name="T12" fmla="*/ 6 w 37"/>
                <a:gd name="T13" fmla="*/ 1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9">
                  <a:moveTo>
                    <a:pt x="6" y="11"/>
                  </a:moveTo>
                  <a:lnTo>
                    <a:pt x="6" y="11"/>
                  </a:lnTo>
                  <a:cubicBezTo>
                    <a:pt x="0" y="17"/>
                    <a:pt x="0" y="27"/>
                    <a:pt x="6" y="33"/>
                  </a:cubicBezTo>
                  <a:cubicBezTo>
                    <a:pt x="12" y="39"/>
                    <a:pt x="21" y="39"/>
                    <a:pt x="27" y="33"/>
                  </a:cubicBezTo>
                  <a:lnTo>
                    <a:pt x="37" y="23"/>
                  </a:lnTo>
                  <a:lnTo>
                    <a:pt x="15" y="0"/>
                  </a:lnTo>
                  <a:lnTo>
                    <a:pt x="6" y="1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8C4F74D0-B484-A3F4-365C-3C8519BBA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241" y="5197687"/>
              <a:ext cx="382323" cy="383646"/>
            </a:xfrm>
            <a:custGeom>
              <a:avLst/>
              <a:gdLst>
                <a:gd name="T0" fmla="*/ 389 w 389"/>
                <a:gd name="T1" fmla="*/ 195 h 390"/>
                <a:gd name="T2" fmla="*/ 389 w 389"/>
                <a:gd name="T3" fmla="*/ 195 h 390"/>
                <a:gd name="T4" fmla="*/ 195 w 389"/>
                <a:gd name="T5" fmla="*/ 390 h 390"/>
                <a:gd name="T6" fmla="*/ 40 w 389"/>
                <a:gd name="T7" fmla="*/ 313 h 390"/>
                <a:gd name="T8" fmla="*/ 32 w 389"/>
                <a:gd name="T9" fmla="*/ 345 h 390"/>
                <a:gd name="T10" fmla="*/ 17 w 389"/>
                <a:gd name="T11" fmla="*/ 357 h 390"/>
                <a:gd name="T12" fmla="*/ 14 w 389"/>
                <a:gd name="T13" fmla="*/ 357 h 390"/>
                <a:gd name="T14" fmla="*/ 2 w 389"/>
                <a:gd name="T15" fmla="*/ 338 h 390"/>
                <a:gd name="T16" fmla="*/ 22 w 389"/>
                <a:gd name="T17" fmla="*/ 254 h 390"/>
                <a:gd name="T18" fmla="*/ 107 w 389"/>
                <a:gd name="T19" fmla="*/ 273 h 390"/>
                <a:gd name="T20" fmla="*/ 119 w 389"/>
                <a:gd name="T21" fmla="*/ 292 h 390"/>
                <a:gd name="T22" fmla="*/ 100 w 389"/>
                <a:gd name="T23" fmla="*/ 303 h 390"/>
                <a:gd name="T24" fmla="*/ 64 w 389"/>
                <a:gd name="T25" fmla="*/ 295 h 390"/>
                <a:gd name="T26" fmla="*/ 195 w 389"/>
                <a:gd name="T27" fmla="*/ 359 h 390"/>
                <a:gd name="T28" fmla="*/ 359 w 389"/>
                <a:gd name="T29" fmla="*/ 195 h 390"/>
                <a:gd name="T30" fmla="*/ 342 w 389"/>
                <a:gd name="T31" fmla="*/ 122 h 390"/>
                <a:gd name="T32" fmla="*/ 279 w 389"/>
                <a:gd name="T33" fmla="*/ 55 h 390"/>
                <a:gd name="T34" fmla="*/ 195 w 389"/>
                <a:gd name="T35" fmla="*/ 31 h 390"/>
                <a:gd name="T36" fmla="*/ 30 w 389"/>
                <a:gd name="T37" fmla="*/ 195 h 390"/>
                <a:gd name="T38" fmla="*/ 15 w 389"/>
                <a:gd name="T39" fmla="*/ 211 h 390"/>
                <a:gd name="T40" fmla="*/ 0 w 389"/>
                <a:gd name="T41" fmla="*/ 195 h 390"/>
                <a:gd name="T42" fmla="*/ 195 w 389"/>
                <a:gd name="T43" fmla="*/ 0 h 390"/>
                <a:gd name="T44" fmla="*/ 389 w 389"/>
                <a:gd name="T45" fmla="*/ 195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9" h="390">
                  <a:moveTo>
                    <a:pt x="389" y="195"/>
                  </a:moveTo>
                  <a:lnTo>
                    <a:pt x="389" y="195"/>
                  </a:lnTo>
                  <a:cubicBezTo>
                    <a:pt x="389" y="303"/>
                    <a:pt x="302" y="390"/>
                    <a:pt x="195" y="390"/>
                  </a:cubicBezTo>
                  <a:cubicBezTo>
                    <a:pt x="133" y="390"/>
                    <a:pt x="76" y="362"/>
                    <a:pt x="40" y="313"/>
                  </a:cubicBezTo>
                  <a:lnTo>
                    <a:pt x="32" y="345"/>
                  </a:lnTo>
                  <a:cubicBezTo>
                    <a:pt x="31" y="352"/>
                    <a:pt x="24" y="357"/>
                    <a:pt x="17" y="357"/>
                  </a:cubicBezTo>
                  <a:cubicBezTo>
                    <a:pt x="16" y="357"/>
                    <a:pt x="15" y="357"/>
                    <a:pt x="14" y="357"/>
                  </a:cubicBezTo>
                  <a:cubicBezTo>
                    <a:pt x="6" y="355"/>
                    <a:pt x="1" y="347"/>
                    <a:pt x="2" y="338"/>
                  </a:cubicBezTo>
                  <a:lnTo>
                    <a:pt x="22" y="254"/>
                  </a:lnTo>
                  <a:lnTo>
                    <a:pt x="107" y="273"/>
                  </a:lnTo>
                  <a:cubicBezTo>
                    <a:pt x="115" y="275"/>
                    <a:pt x="120" y="283"/>
                    <a:pt x="119" y="292"/>
                  </a:cubicBezTo>
                  <a:cubicBezTo>
                    <a:pt x="117" y="300"/>
                    <a:pt x="108" y="305"/>
                    <a:pt x="100" y="303"/>
                  </a:cubicBezTo>
                  <a:lnTo>
                    <a:pt x="64" y="295"/>
                  </a:lnTo>
                  <a:cubicBezTo>
                    <a:pt x="95" y="336"/>
                    <a:pt x="143" y="359"/>
                    <a:pt x="195" y="359"/>
                  </a:cubicBezTo>
                  <a:cubicBezTo>
                    <a:pt x="285" y="359"/>
                    <a:pt x="359" y="286"/>
                    <a:pt x="359" y="195"/>
                  </a:cubicBezTo>
                  <a:cubicBezTo>
                    <a:pt x="359" y="169"/>
                    <a:pt x="353" y="144"/>
                    <a:pt x="342" y="122"/>
                  </a:cubicBezTo>
                  <a:cubicBezTo>
                    <a:pt x="328" y="94"/>
                    <a:pt x="306" y="71"/>
                    <a:pt x="279" y="55"/>
                  </a:cubicBezTo>
                  <a:cubicBezTo>
                    <a:pt x="254" y="40"/>
                    <a:pt x="225" y="31"/>
                    <a:pt x="195" y="31"/>
                  </a:cubicBezTo>
                  <a:cubicBezTo>
                    <a:pt x="104" y="31"/>
                    <a:pt x="30" y="105"/>
                    <a:pt x="30" y="195"/>
                  </a:cubicBezTo>
                  <a:cubicBezTo>
                    <a:pt x="30" y="204"/>
                    <a:pt x="23" y="211"/>
                    <a:pt x="15" y="211"/>
                  </a:cubicBezTo>
                  <a:cubicBezTo>
                    <a:pt x="7" y="211"/>
                    <a:pt x="0" y="204"/>
                    <a:pt x="0" y="195"/>
                  </a:cubicBezTo>
                  <a:cubicBezTo>
                    <a:pt x="0" y="88"/>
                    <a:pt x="87" y="0"/>
                    <a:pt x="195" y="0"/>
                  </a:cubicBezTo>
                  <a:cubicBezTo>
                    <a:pt x="302" y="0"/>
                    <a:pt x="389" y="88"/>
                    <a:pt x="389" y="19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6200000" scaled="1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6200" tIns="38100" rIns="76200" bIns="381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71" b="0" i="0" u="none" strike="noStrike" kern="120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F1B7E2FA-7A7B-4E66-85EA-862317173D23}"/>
              </a:ext>
            </a:extLst>
          </p:cNvPr>
          <p:cNvSpPr txBox="1"/>
          <p:nvPr/>
        </p:nvSpPr>
        <p:spPr>
          <a:xfrm>
            <a:off x="7135936" y="2655579"/>
            <a:ext cx="455519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The value Copilot provided me in completing this job (Functional, Emotional, Social)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2135FF9-27AF-B1F5-4797-D9840535EB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7221785" y="3114325"/>
            <a:ext cx="4555190" cy="2440648"/>
          </a:xfrm>
          <a:prstGeom prst="roundRect">
            <a:avLst>
              <a:gd name="adj" fmla="val 13604"/>
            </a:avLst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228600" dist="38100" dir="2700026" rotWithShape="0">
              <a:scrgbClr r="0" g="0" b="0">
                <a:alpha val="9000"/>
              </a:sc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100" spc="-29" dirty="0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  <a:t>(Value associated with copilot’s help)</a:t>
            </a:r>
            <a:br>
              <a:rPr lang="en-US" sz="1100" spc="-29" dirty="0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</a:br>
            <a:endParaRPr lang="en-US" sz="1100" spc="-29" dirty="0">
              <a:solidFill>
                <a:srgbClr val="2F2F2F"/>
              </a:solidFill>
              <a:latin typeface="Segoe UI" panose="020B0502040204020203" pitchFamily="34" charset="0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100" b="0" u="none" strike="noStrike" kern="1200" cap="none" spc="-29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/>
              </a:rPr>
              <a:t>Value </a:t>
            </a:r>
            <a:r>
              <a:rPr lang="en-US" sz="1100" spc="-29" dirty="0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  <a:t>could be functional (e.g. save time, increase quality, reduce risks </a:t>
            </a:r>
            <a:r>
              <a:rPr lang="en-US" sz="1100" spc="-29" dirty="0" err="1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  <a:t>etc</a:t>
            </a:r>
            <a:r>
              <a:rPr lang="en-US" sz="1100" spc="-29" dirty="0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  <a:t>), emotional (e.g. how successful job completion made you feel), social (how others may perceive your value from successfully completing the job)</a:t>
            </a:r>
            <a:endParaRPr kumimoji="0" lang="en-US" sz="1100" b="0" u="none" strike="noStrike" kern="1200" cap="none" spc="-29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pic>
        <p:nvPicPr>
          <p:cNvPr id="63" name="Graphic 62" descr="Employee badge with solid fill">
            <a:extLst>
              <a:ext uri="{FF2B5EF4-FFF2-40B4-BE49-F238E27FC236}">
                <a16:creationId xmlns:a16="http://schemas.microsoft.com/office/drawing/2014/main" id="{3250A952-3706-0658-2D88-C58E83C43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522" y="1237795"/>
            <a:ext cx="665366" cy="665366"/>
          </a:xfrm>
          <a:prstGeom prst="rect">
            <a:avLst/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65AF517-31AD-AD54-3B90-1C03B87F9CE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404950" y="1285204"/>
            <a:ext cx="3247881" cy="1139534"/>
          </a:xfrm>
          <a:prstGeom prst="roundRect">
            <a:avLst>
              <a:gd name="adj" fmla="val 13604"/>
            </a:avLst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228600" dist="38100" dir="2700026" rotWithShape="0">
              <a:scrgbClr r="0" g="0" b="0">
                <a:alpha val="9000"/>
              </a:sc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3716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spc="-29" dirty="0">
                <a:solidFill>
                  <a:srgbClr val="2F2F2F"/>
                </a:solidFill>
                <a:latin typeface="Segoe UI" panose="020B0502040204020203" pitchFamily="34" charset="0"/>
                <a:cs typeface="Segoe UI"/>
              </a:rPr>
              <a:t>Insert sample prompt here</a:t>
            </a:r>
            <a:endParaRPr kumimoji="0" lang="en-US" sz="1100" b="0" u="none" strike="noStrike" kern="1200" cap="none" spc="-29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2609270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ASTER - Data and AI">
  <a:themeElements>
    <a:clrScheme name="Data &amp; AI Day - Light">
      <a:dk1>
        <a:srgbClr val="080808"/>
      </a:dk1>
      <a:lt1>
        <a:srgbClr val="FFFFFF"/>
      </a:lt1>
      <a:dk2>
        <a:srgbClr val="243A5E"/>
      </a:dk2>
      <a:lt2>
        <a:srgbClr val="E6E6E6"/>
      </a:lt2>
      <a:accent1>
        <a:srgbClr val="0078D4"/>
      </a:accent1>
      <a:accent2>
        <a:srgbClr val="2A446F"/>
      </a:accent2>
      <a:accent3>
        <a:srgbClr val="C03BC4"/>
      </a:accent3>
      <a:accent4>
        <a:srgbClr val="FFB900"/>
      </a:accent4>
      <a:accent5>
        <a:srgbClr val="FF9349"/>
      </a:accent5>
      <a:accent6>
        <a:srgbClr val="9BF00B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Presentation1" id="{41CCA53D-B460-4B1C-BA96-5C805463CB5A}" vid="{90BF9D22-BCF9-4590-811A-E823EC0C85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172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Segoe UI</vt:lpstr>
      <vt:lpstr>Segoe UI Semibold</vt:lpstr>
      <vt:lpstr>Times New Roman</vt:lpstr>
      <vt:lpstr>Wingdings</vt:lpstr>
      <vt:lpstr>MASTER - Data and AI</vt:lpstr>
      <vt:lpstr>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Amrita Chouhan</dc:creator>
  <cp:lastModifiedBy>David Shih Chun Liu</cp:lastModifiedBy>
  <cp:revision>3</cp:revision>
  <dcterms:created xsi:type="dcterms:W3CDTF">2024-03-21T06:12:19Z</dcterms:created>
  <dcterms:modified xsi:type="dcterms:W3CDTF">2026-10-23T00:35:57Z</dcterms:modified>
</cp:coreProperties>
</file>