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3"/>
  </p:notesMasterIdLst>
  <p:sldIdLst>
    <p:sldId id="2147481022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6BD1"/>
    <a:srgbClr val="BD46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34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48" y="6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60731D-CB3D-47D5-9EF7-0BEE62EBF8C6}" type="datetimeFigureOut">
              <a:rPr lang="en-AU" smtClean="0"/>
              <a:t>21/03/2024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CEDEC6-54FF-41EB-9179-2A8D395007D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3308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EDEC6-54FF-41EB-9179-2A8D395007D8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368943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jpeg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5.jpeg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6.jpeg"/><Relationship Id="rId4" Type="http://schemas.openxmlformats.org/officeDocument/2006/relationships/image" Target="../media/image15.jpeg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1.jpeg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5.jpeg"/><Relationship Id="rId4" Type="http://schemas.openxmlformats.org/officeDocument/2006/relationships/image" Target="../media/image24.jpeg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6.jpeg"/><Relationship Id="rId5" Type="http://schemas.openxmlformats.org/officeDocument/2006/relationships/image" Target="../media/image16.jpeg"/><Relationship Id="rId4" Type="http://schemas.openxmlformats.org/officeDocument/2006/relationships/image" Target="../media/image15.jpe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5.jpeg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6.jpeg"/><Relationship Id="rId4" Type="http://schemas.openxmlformats.org/officeDocument/2006/relationships/image" Target="../media/image15.jpeg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1.jpeg"/><Relationship Id="rId5" Type="http://schemas.openxmlformats.org/officeDocument/2006/relationships/image" Target="../media/image30.jpeg"/><Relationship Id="rId4" Type="http://schemas.openxmlformats.org/officeDocument/2006/relationships/image" Target="../media/image29.jpeg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Master" Target="../slideMasters/slideMaster1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Master" Target="../slideMasters/slideMaster1.xml"/></Relationships>
</file>

<file path=ppt/slideLayouts/_rels/slideLayout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34.jpeg"/><Relationship Id="rId1" Type="http://schemas.openxmlformats.org/officeDocument/2006/relationships/slideMaster" Target="../slideMasters/slideMaster1.xml"/></Relationships>
</file>

<file path=ppt/slideLayouts/_rels/slideLayout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1.xml"/></Relationships>
</file>

<file path=ppt/slideLayouts/_rels/slideLayout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1.xml"/></Relationships>
</file>

<file path=ppt/slideLayouts/_rels/slideLayout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- Main 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ackground pattern&#10;&#10;Description automatically generated">
            <a:extLst>
              <a:ext uri="{FF2B5EF4-FFF2-40B4-BE49-F238E27FC236}">
                <a16:creationId xmlns:a16="http://schemas.microsoft.com/office/drawing/2014/main" id="{F35526B3-1B77-DA7E-39AC-F0F77964EC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-1" y="0"/>
            <a:ext cx="12379569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4A12633-3910-C1C9-2412-C41C74064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60"/>
          <a:stretch/>
        </p:blipFill>
        <p:spPr>
          <a:xfrm>
            <a:off x="0" y="2849737"/>
            <a:ext cx="12379569" cy="400826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F43EC56-D14B-6EAD-DA40-597D7C1F8990}"/>
              </a:ext>
            </a:extLst>
          </p:cNvPr>
          <p:cNvSpPr/>
          <p:nvPr userDrawn="1"/>
        </p:nvSpPr>
        <p:spPr bwMode="auto">
          <a:xfrm>
            <a:off x="-2" y="0"/>
            <a:ext cx="12379568" cy="4331731"/>
          </a:xfrm>
          <a:prstGeom prst="rect">
            <a:avLst/>
          </a:prstGeom>
          <a:gradFill flip="none" rotWithShape="1">
            <a:gsLst>
              <a:gs pos="52000">
                <a:srgbClr val="FFFFFF"/>
              </a:gs>
              <a:gs pos="42000">
                <a:srgbClr val="FFFFFF">
                  <a:lumMod val="100000"/>
                </a:srgbClr>
              </a:gs>
              <a:gs pos="0">
                <a:schemeClr val="bg1">
                  <a:alpha val="0"/>
                </a:schemeClr>
              </a:gs>
              <a:gs pos="64000">
                <a:srgbClr val="FFFFFF"/>
              </a:gs>
              <a:gs pos="100000">
                <a:schemeClr val="bg1">
                  <a:alpha val="0"/>
                </a:schemeClr>
              </a:gs>
            </a:gsLst>
            <a:lin ang="5400000" scaled="0"/>
            <a:tileRect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err="1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207695"/>
            <a:ext cx="4412673" cy="1354217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lang="en-US" sz="4400" b="0" kern="1200" cap="none" spc="-50" baseline="0" dirty="0">
                <a:ln w="3175">
                  <a:noFill/>
                </a:ln>
                <a:gradFill>
                  <a:gsLst>
                    <a:gs pos="21000">
                      <a:schemeClr val="accent1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effectLst/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412673" cy="369332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sz="2400"/>
              <a:t>Subtitle</a:t>
            </a:r>
            <a:endParaRPr lang="en-US"/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3CEAEC18-8489-693F-78F7-AC580E31662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152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- Main 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ackground pattern&#10;&#10;Description automatically generated">
            <a:extLst>
              <a:ext uri="{FF2B5EF4-FFF2-40B4-BE49-F238E27FC236}">
                <a16:creationId xmlns:a16="http://schemas.microsoft.com/office/drawing/2014/main" id="{F35526B3-1B77-DA7E-39AC-F0F77964EC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-1" y="0"/>
            <a:ext cx="12379569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4A12633-3910-C1C9-2412-C41C74064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60"/>
          <a:stretch/>
        </p:blipFill>
        <p:spPr>
          <a:xfrm>
            <a:off x="0" y="2849737"/>
            <a:ext cx="12379569" cy="400826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F43EC56-D14B-6EAD-DA40-597D7C1F8990}"/>
              </a:ext>
            </a:extLst>
          </p:cNvPr>
          <p:cNvSpPr/>
          <p:nvPr userDrawn="1"/>
        </p:nvSpPr>
        <p:spPr bwMode="auto">
          <a:xfrm>
            <a:off x="-2" y="0"/>
            <a:ext cx="12379568" cy="4331731"/>
          </a:xfrm>
          <a:prstGeom prst="rect">
            <a:avLst/>
          </a:prstGeom>
          <a:gradFill flip="none" rotWithShape="1">
            <a:gsLst>
              <a:gs pos="52000">
                <a:srgbClr val="FFFFFF"/>
              </a:gs>
              <a:gs pos="42000">
                <a:srgbClr val="FFFFFF">
                  <a:lumMod val="100000"/>
                </a:srgbClr>
              </a:gs>
              <a:gs pos="0">
                <a:schemeClr val="bg1">
                  <a:alpha val="0"/>
                </a:schemeClr>
              </a:gs>
              <a:gs pos="64000">
                <a:srgbClr val="FFFFFF"/>
              </a:gs>
              <a:gs pos="100000">
                <a:schemeClr val="bg1">
                  <a:alpha val="0"/>
                </a:schemeClr>
              </a:gs>
            </a:gsLst>
            <a:lin ang="5400000" scaled="0"/>
            <a:tileRect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err="1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207695"/>
            <a:ext cx="4412673" cy="1354217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lang="en-US" sz="4400" b="0" kern="1200" cap="none" spc="-50" baseline="0" dirty="0">
                <a:ln w="3175">
                  <a:noFill/>
                </a:ln>
                <a:gradFill>
                  <a:gsLst>
                    <a:gs pos="21000">
                      <a:schemeClr val="accent1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effectLst/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412673" cy="369332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sz="2400"/>
              <a:t>Art of the Possible Kick-Off</a:t>
            </a:r>
            <a:endParaRPr lang="en-US"/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3CEAEC18-8489-693F-78F7-AC580E31662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892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4DB660C8-FCFE-8CB6-A08E-975F87F66C4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A57C656-3E5F-8959-00F8-286B44FD1D70}"/>
              </a:ext>
            </a:extLst>
          </p:cNvPr>
          <p:cNvSpPr/>
          <p:nvPr userDrawn="1"/>
        </p:nvSpPr>
        <p:spPr bwMode="auto">
          <a:xfrm>
            <a:off x="0" y="0"/>
            <a:ext cx="12296446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D5AA619-22C5-E624-FD06-098868F01D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0" y="3035178"/>
            <a:ext cx="9144000" cy="4985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0" kern="1200" cap="none" spc="-50" baseline="0" dirty="0">
                <a:ln w="3175">
                  <a:noFill/>
                </a:ln>
                <a:gradFill>
                  <a:gsLst>
                    <a:gs pos="22000">
                      <a:schemeClr val="accent2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pPr lvl="0"/>
            <a:r>
              <a:rPr lang="en-US"/>
              <a:t>Session or demo title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F66251B6-6669-3E5F-CBBE-363F82903A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338554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/>
              <a:t>Speaker name or subtitle text</a:t>
            </a:r>
          </a:p>
        </p:txBody>
      </p:sp>
      <p:pic>
        <p:nvPicPr>
          <p:cNvPr id="8" name="MS logo gray - EMF" descr="Microsoft logo, gray text version">
            <a:extLst>
              <a:ext uri="{FF2B5EF4-FFF2-40B4-BE49-F238E27FC236}">
                <a16:creationId xmlns:a16="http://schemas.microsoft.com/office/drawing/2014/main" id="{E9310532-FEFD-7A18-695E-D9F2CC968DC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4870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9551259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389A34C-16BA-6C93-03E6-5CD4F485849C}"/>
              </a:ext>
            </a:extLst>
          </p:cNvPr>
          <p:cNvGrpSpPr/>
          <p:nvPr userDrawn="1"/>
        </p:nvGrpSpPr>
        <p:grpSpPr>
          <a:xfrm>
            <a:off x="6892376" y="0"/>
            <a:ext cx="5299623" cy="6858000"/>
            <a:chOff x="6892376" y="0"/>
            <a:chExt cx="5299623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501A791-6B35-799C-BF1D-3492F80D26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email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-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919" t="4793" r="55136" b="5416"/>
            <a:stretch/>
          </p:blipFill>
          <p:spPr>
            <a:xfrm>
              <a:off x="7347856" y="0"/>
              <a:ext cx="4844143" cy="6858000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D0BA37F-491D-6733-8313-62FE447994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 bwMode="auto">
            <a:xfrm>
              <a:off x="6892376" y="0"/>
              <a:ext cx="3173184" cy="6858000"/>
            </a:xfrm>
            <a:prstGeom prst="rect">
              <a:avLst/>
            </a:prstGeom>
            <a:gradFill flip="none" rotWithShape="1">
              <a:gsLst>
                <a:gs pos="19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1"/>
              <a:tileRect/>
            </a:gra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563503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389A34C-16BA-6C93-03E6-5CD4F485849C}"/>
              </a:ext>
            </a:extLst>
          </p:cNvPr>
          <p:cNvGrpSpPr/>
          <p:nvPr userDrawn="1"/>
        </p:nvGrpSpPr>
        <p:grpSpPr>
          <a:xfrm>
            <a:off x="6892376" y="0"/>
            <a:ext cx="5299623" cy="6858000"/>
            <a:chOff x="6892376" y="0"/>
            <a:chExt cx="5299623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501A791-6B35-799C-BF1D-3492F80D26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email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-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919" t="4793" r="55136" b="5416"/>
            <a:stretch/>
          </p:blipFill>
          <p:spPr>
            <a:xfrm>
              <a:off x="7347856" y="0"/>
              <a:ext cx="4844143" cy="6858000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D0BA37F-491D-6733-8313-62FE447994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 bwMode="auto">
            <a:xfrm>
              <a:off x="6892376" y="0"/>
              <a:ext cx="3173184" cy="6858000"/>
            </a:xfrm>
            <a:prstGeom prst="rect">
              <a:avLst/>
            </a:prstGeom>
            <a:gradFill flip="none" rotWithShape="1">
              <a:gsLst>
                <a:gs pos="19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1"/>
              <a:tileRect/>
            </a:gra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B01AA23-E126-1E9B-2812-E55E91413ED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42050" y="0"/>
            <a:ext cx="5949950" cy="6857999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10235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389A34C-16BA-6C93-03E6-5CD4F485849C}"/>
              </a:ext>
            </a:extLst>
          </p:cNvPr>
          <p:cNvGrpSpPr/>
          <p:nvPr userDrawn="1"/>
        </p:nvGrpSpPr>
        <p:grpSpPr>
          <a:xfrm>
            <a:off x="6892376" y="0"/>
            <a:ext cx="5299623" cy="6858000"/>
            <a:chOff x="6892376" y="0"/>
            <a:chExt cx="5299623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501A791-6B35-799C-BF1D-3492F80D26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email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-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919" t="4793" r="55136" b="5416"/>
            <a:stretch/>
          </p:blipFill>
          <p:spPr>
            <a:xfrm>
              <a:off x="7347856" y="0"/>
              <a:ext cx="4844143" cy="6858000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D0BA37F-491D-6733-8313-62FE447994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 bwMode="auto">
            <a:xfrm>
              <a:off x="6892376" y="0"/>
              <a:ext cx="3173184" cy="6858000"/>
            </a:xfrm>
            <a:prstGeom prst="rect">
              <a:avLst/>
            </a:prstGeom>
            <a:gradFill flip="none" rotWithShape="1">
              <a:gsLst>
                <a:gs pos="19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1"/>
              <a:tileRect/>
            </a:gra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86E03C92-DE23-2C43-07EE-49514B3D274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217" y="316933"/>
            <a:ext cx="3536997" cy="338554"/>
          </a:xfrm>
        </p:spPr>
        <p:txBody>
          <a:bodyPr anchor="t"/>
          <a:lstStyle>
            <a:lvl1pPr marL="0" indent="0" algn="l" defTabSz="914367" rtl="0" eaLnBrk="1" latinLnBrk="0" hangingPunct="1">
              <a:spcBef>
                <a:spcPts val="0"/>
              </a:spcBef>
              <a:buNone/>
              <a:defRPr lang="en-US" sz="160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361793668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8955445-9897-4F4A-1AC6-E3E7C73BE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9458451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4DB660C8-FCFE-8CB6-A08E-975F87F66C4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A57C656-3E5F-8959-00F8-286B44FD1D70}"/>
              </a:ext>
            </a:extLst>
          </p:cNvPr>
          <p:cNvSpPr/>
          <p:nvPr userDrawn="1"/>
        </p:nvSpPr>
        <p:spPr bwMode="auto">
          <a:xfrm>
            <a:off x="0" y="0"/>
            <a:ext cx="12296446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E989252-C734-F337-C4C4-968C00B84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0580626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4DB660C8-FCFE-8CB6-A08E-975F87F66C4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A57C656-3E5F-8959-00F8-286B44FD1D70}"/>
              </a:ext>
            </a:extLst>
          </p:cNvPr>
          <p:cNvSpPr/>
          <p:nvPr userDrawn="1"/>
        </p:nvSpPr>
        <p:spPr bwMode="auto">
          <a:xfrm>
            <a:off x="0" y="0"/>
            <a:ext cx="12296446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E989252-C734-F337-C4C4-968C00B843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2309812"/>
            <a:ext cx="3178980" cy="3959222"/>
          </a:xfrm>
        </p:spPr>
        <p:txBody>
          <a:bodyPr anchor="t" anchorCtr="0"/>
          <a:lstStyle>
            <a:lvl1pPr>
              <a:defRPr lang="en-US" sz="2800" b="0" kern="1200" cap="none" spc="-50" baseline="0" dirty="0">
                <a:ln w="3175">
                  <a:noFill/>
                </a:ln>
                <a:gradFill>
                  <a:gsLst>
                    <a:gs pos="22000">
                      <a:schemeClr val="accent2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FD55DC90-96BB-0B22-12A0-75FE75C2C24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56100" y="2309812"/>
            <a:ext cx="7253288" cy="3959223"/>
          </a:xfrm>
        </p:spPr>
        <p:txBody>
          <a:bodyPr anchor="t"/>
          <a:lstStyle>
            <a:lvl1pPr marL="231775" indent="-231775">
              <a:spcBef>
                <a:spcPts val="18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301ED40-B32E-3F97-86BC-7F717EDF07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354523" y="2019300"/>
            <a:ext cx="7254865" cy="0"/>
          </a:xfrm>
          <a:prstGeom prst="line">
            <a:avLst/>
          </a:prstGeom>
          <a:noFill/>
          <a:ln w="12700">
            <a:gradFill flip="none" rotWithShape="1">
              <a:gsLst>
                <a:gs pos="0">
                  <a:schemeClr val="accent3"/>
                </a:gs>
                <a:gs pos="100000">
                  <a:schemeClr val="accent1">
                    <a:alpha val="0"/>
                  </a:schemeClr>
                </a:gs>
                <a:gs pos="65000">
                  <a:schemeClr val="accent1">
                    <a:alpha val="40000"/>
                  </a:schemeClr>
                </a:gs>
              </a:gsLst>
              <a:lin ang="0" scaled="1"/>
              <a:tileRect/>
            </a:gra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75B93E4-2B6A-C51B-F70E-802AF87CB943}"/>
              </a:ext>
            </a:extLst>
          </p:cNvPr>
          <p:cNvCxnSpPr/>
          <p:nvPr userDrawn="1"/>
        </p:nvCxnSpPr>
        <p:spPr>
          <a:xfrm>
            <a:off x="585216" y="2013814"/>
            <a:ext cx="3291840" cy="0"/>
          </a:xfrm>
          <a:prstGeom prst="line">
            <a:avLst/>
          </a:prstGeom>
          <a:noFill/>
          <a:ln w="12700">
            <a:gradFill flip="none" rotWithShape="1">
              <a:gsLst>
                <a:gs pos="0">
                  <a:schemeClr val="accent3"/>
                </a:gs>
                <a:gs pos="100000">
                  <a:schemeClr val="accent1">
                    <a:alpha val="0"/>
                  </a:schemeClr>
                </a:gs>
                <a:gs pos="65000">
                  <a:schemeClr val="accent1">
                    <a:alpha val="40000"/>
                  </a:schemeClr>
                </a:gs>
              </a:gsLst>
              <a:lin ang="0" scaled="1"/>
              <a:tileRect/>
            </a:gra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6242220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4DB660C8-FCFE-8CB6-A08E-975F87F66C4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A57C656-3E5F-8959-00F8-286B44FD1D70}"/>
              </a:ext>
            </a:extLst>
          </p:cNvPr>
          <p:cNvSpPr/>
          <p:nvPr userDrawn="1"/>
        </p:nvSpPr>
        <p:spPr bwMode="auto">
          <a:xfrm>
            <a:off x="0" y="0"/>
            <a:ext cx="12296446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51C9B6F3-E735-840E-3BE2-D2B3CC81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0311"/>
            <a:ext cx="11018520" cy="430887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DC5275CD-9BC7-D5C8-CFA6-C95A6628B7B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84518" y="1039270"/>
            <a:ext cx="11018520" cy="276999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5666898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4DB660C8-FCFE-8CB6-A08E-975F87F66C4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A57C656-3E5F-8959-00F8-286B44FD1D70}"/>
              </a:ext>
            </a:extLst>
          </p:cNvPr>
          <p:cNvSpPr/>
          <p:nvPr userDrawn="1"/>
        </p:nvSpPr>
        <p:spPr bwMode="auto">
          <a:xfrm>
            <a:off x="0" y="0"/>
            <a:ext cx="12296446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E18B7EF-51F4-0AF3-B6B2-14F3663B4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0311"/>
            <a:ext cx="11018520" cy="430887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9AC98D00-037E-AA9F-9072-F66D12F7D7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217" y="316933"/>
            <a:ext cx="3536997" cy="338554"/>
          </a:xfrm>
        </p:spPr>
        <p:txBody>
          <a:bodyPr anchor="t"/>
          <a:lstStyle>
            <a:lvl1pPr marL="0" indent="0" algn="l" defTabSz="914367" rtl="0" eaLnBrk="1" latinLnBrk="0" hangingPunct="1">
              <a:spcBef>
                <a:spcPts val="0"/>
              </a:spcBef>
              <a:buNone/>
              <a:defRPr lang="en-US" sz="160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F58507D-BE25-A676-EF32-EE4249E5B1E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84518" y="1039270"/>
            <a:ext cx="11018520" cy="276999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636955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4DB660C8-FCFE-8CB6-A08E-975F87F66C4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A57C656-3E5F-8959-00F8-286B44FD1D70}"/>
              </a:ext>
            </a:extLst>
          </p:cNvPr>
          <p:cNvSpPr/>
          <p:nvPr userDrawn="1"/>
        </p:nvSpPr>
        <p:spPr bwMode="auto">
          <a:xfrm>
            <a:off x="0" y="0"/>
            <a:ext cx="12296446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E989252-C734-F337-C4C4-968C00B84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0311"/>
            <a:ext cx="4710812" cy="430887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B3B58AC5-4798-0617-0437-E66831EDE2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42050" y="0"/>
            <a:ext cx="5949950" cy="685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5065508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1A01FF2C-F269-F9D4-58FE-5327AC58EA85}"/>
              </a:ext>
            </a:extLst>
          </p:cNvPr>
          <p:cNvGrpSpPr/>
          <p:nvPr userDrawn="1"/>
        </p:nvGrpSpPr>
        <p:grpSpPr>
          <a:xfrm>
            <a:off x="0" y="0"/>
            <a:ext cx="12296446" cy="6858000"/>
            <a:chOff x="0" y="0"/>
            <a:chExt cx="12296446" cy="685800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2CD50-AEA4-6980-963E-93BE9699F3C5}"/>
                </a:ext>
              </a:extLst>
            </p:cNvPr>
            <p:cNvGrpSpPr/>
            <p:nvPr userDrawn="1"/>
          </p:nvGrpSpPr>
          <p:grpSpPr>
            <a:xfrm>
              <a:off x="0" y="0"/>
              <a:ext cx="12192000" cy="6858000"/>
              <a:chOff x="0" y="0"/>
              <a:chExt cx="12192000" cy="6858000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9740519F-E268-7CB3-7FAC-A0AAD0D3EB64}"/>
                  </a:ext>
                </a:extLst>
              </p:cNvPr>
              <p:cNvGrpSpPr/>
              <p:nvPr userDrawn="1"/>
            </p:nvGrpSpPr>
            <p:grpSpPr>
              <a:xfrm>
                <a:off x="3689874" y="0"/>
                <a:ext cx="8502126" cy="6858000"/>
                <a:chOff x="6892376" y="0"/>
                <a:chExt cx="5299623" cy="6858000"/>
              </a:xfrm>
            </p:grpSpPr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D2E78BF7-B153-FE60-3465-D3DDF8223B0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2" cstate="email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sharpenSoften amount="-1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6919" t="4793" r="55136" b="5416"/>
                <a:stretch/>
              </p:blipFill>
              <p:spPr>
                <a:xfrm>
                  <a:off x="7347856" y="0"/>
                  <a:ext cx="4844143" cy="6858000"/>
                </a:xfrm>
                <a:prstGeom prst="rect">
                  <a:avLst/>
                </a:prstGeom>
              </p:spPr>
            </p:pic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F8471465-94B2-66BF-1358-52C0D344BE5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/>
              </p:nvSpPr>
              <p:spPr bwMode="auto">
                <a:xfrm>
                  <a:off x="6892376" y="0"/>
                  <a:ext cx="3173184" cy="6858000"/>
                </a:xfrm>
                <a:prstGeom prst="rect">
                  <a:avLst/>
                </a:prstGeom>
                <a:gradFill flip="none" rotWithShape="1">
                  <a:gsLst>
                    <a:gs pos="19000">
                      <a:schemeClr val="bg1"/>
                    </a:gs>
                    <a:gs pos="100000">
                      <a:schemeClr val="bg1">
                        <a:alpha val="0"/>
                      </a:schemeClr>
                    </a:gs>
                  </a:gsLst>
                  <a:lin ang="0" scaled="1"/>
                  <a:tileRect/>
                </a:gra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32472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1200" cap="none" spc="0" normalizeH="0" baseline="0" noProof="0" err="1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Segoe UI"/>
                    <a:ea typeface="Segoe UI" pitchFamily="34" charset="0"/>
                    <a:cs typeface="Segoe UI" pitchFamily="34" charset="0"/>
                  </a:endParaRPr>
                </a:p>
              </p:txBody>
            </p:sp>
          </p:grp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0106421-65CE-0084-9DCD-211DB78EAFB6}"/>
                  </a:ext>
                </a:extLst>
              </p:cNvPr>
              <p:cNvSpPr/>
              <p:nvPr userDrawn="1"/>
            </p:nvSpPr>
            <p:spPr bwMode="auto">
              <a:xfrm>
                <a:off x="0" y="0"/>
                <a:ext cx="6508376" cy="6858000"/>
              </a:xfrm>
              <a:prstGeom prst="rect">
                <a:avLst/>
              </a:prstGeom>
              <a:gradFill flip="none" rotWithShape="1">
                <a:gsLst>
                  <a:gs pos="66000">
                    <a:schemeClr val="bg1"/>
                  </a:gs>
                  <a:gs pos="100000">
                    <a:schemeClr val="bg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err="1">
                  <a:solidFill>
                    <a:srgbClr val="FFFFFF"/>
                  </a:solidFill>
                  <a:ea typeface="Segoe UI" pitchFamily="34" charset="0"/>
                  <a:cs typeface="Segoe UI" pitchFamily="34" charset="0"/>
                </a:endParaRPr>
              </a:p>
            </p:txBody>
          </p:sp>
        </p:grpSp>
        <p:pic>
          <p:nvPicPr>
            <p:cNvPr id="8" name="Picture 7" descr="Background pattern&#10;&#10;Description automatically generated">
              <a:extLst>
                <a:ext uri="{FF2B5EF4-FFF2-40B4-BE49-F238E27FC236}">
                  <a16:creationId xmlns:a16="http://schemas.microsoft.com/office/drawing/2014/main" id="{1DD810FF-B216-4654-9371-0E4D8D802B1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C0ED9E3-69CA-604E-F59C-C22F44EAA350}"/>
                </a:ext>
              </a:extLst>
            </p:cNvPr>
            <p:cNvSpPr/>
            <p:nvPr userDrawn="1"/>
          </p:nvSpPr>
          <p:spPr bwMode="auto">
            <a:xfrm>
              <a:off x="0" y="0"/>
              <a:ext cx="12296446" cy="6858000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38000">
                  <a:schemeClr val="bg1">
                    <a:alpha val="0"/>
                  </a:schemeClr>
                </a:gs>
              </a:gsLst>
              <a:lin ang="2400000" scaled="0"/>
            </a:gra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US" sz="2000" err="1">
                <a:solidFill>
                  <a:srgbClr val="FFFFFF"/>
                </a:solidFill>
                <a:ea typeface="Segoe UI" pitchFamily="34" charset="0"/>
                <a:cs typeface="Segoe UI" pitchFamily="34" charset="0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075AB46-03F6-AC39-00E9-2B3ABDA71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43101083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ssion Title w/ Phot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0408F-4A76-4E13-B20C-89E0FD40DC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2425541"/>
            <a:ext cx="4167887" cy="1107996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dirty="0">
                <a:gradFill>
                  <a:gsLst>
                    <a:gs pos="26000">
                      <a:schemeClr val="accent1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lvl="0"/>
            <a:r>
              <a:rPr lang="en-US"/>
              <a:t>Session or 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2042" y="3962400"/>
            <a:ext cx="4164583" cy="338554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2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/>
              <a:t>Speaker name or subtitle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0BC5B99-509C-464A-99BC-BB61027E6D1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326063" y="0"/>
            <a:ext cx="6865937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3" name="MS logo gray - EMF" descr="Microsoft logo, gray text version">
            <a:extLst>
              <a:ext uri="{FF2B5EF4-FFF2-40B4-BE49-F238E27FC236}">
                <a16:creationId xmlns:a16="http://schemas.microsoft.com/office/drawing/2014/main" id="{B1E4D60A-74D4-CACF-489D-0AF2C448AF1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0734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orient="horz" pos="2496">
          <p15:clr>
            <a:srgbClr val="5ACBF0"/>
          </p15:clr>
        </p15:guide>
        <p15:guide id="3" pos="3355">
          <p15:clr>
            <a:srgbClr val="5ACBF0"/>
          </p15:clr>
        </p15:guide>
        <p15:guide id="5" orient="horz" pos="2160">
          <p15:clr>
            <a:srgbClr val="FBAE40"/>
          </p15:clr>
        </p15:guide>
        <p15:guide id="6" orient="horz" pos="2229">
          <p15:clr>
            <a:srgbClr val="5ACBF0"/>
          </p15:clr>
        </p15:guide>
        <p15:guide id="7" pos="2996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4DB660C8-FCFE-8CB6-A08E-975F87F66C4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A57C656-3E5F-8959-00F8-286B44FD1D70}"/>
              </a:ext>
            </a:extLst>
          </p:cNvPr>
          <p:cNvSpPr/>
          <p:nvPr userDrawn="1"/>
        </p:nvSpPr>
        <p:spPr bwMode="auto">
          <a:xfrm>
            <a:off x="0" y="0"/>
            <a:ext cx="12296446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5F6D8AE-12E3-3B11-B34F-E2C5860AB9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216" y="3033223"/>
            <a:ext cx="9144000" cy="4985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3600" dirty="0">
                <a:gradFill>
                  <a:gsLst>
                    <a:gs pos="22000">
                      <a:schemeClr val="accent2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latin typeface="+mj-lt"/>
                <a:cs typeface="Segoe UI" pitchFamily="34" charset="0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/>
              <a:t>Section divider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745F133-79AD-2D10-2A29-D251C1E6B08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977319"/>
            <a:ext cx="9144000" cy="338554"/>
          </a:xfrm>
          <a:noFill/>
        </p:spPr>
        <p:txBody>
          <a:bodyPr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Subtitle or speaker name</a:t>
            </a:r>
          </a:p>
        </p:txBody>
      </p:sp>
    </p:spTree>
    <p:extLst>
      <p:ext uri="{BB962C8B-B14F-4D97-AF65-F5344CB8AC3E}">
        <p14:creationId xmlns:p14="http://schemas.microsoft.com/office/powerpoint/2010/main" val="369948801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4DB660C8-FCFE-8CB6-A08E-975F87F66C4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A57C656-3E5F-8959-00F8-286B44FD1D70}"/>
              </a:ext>
            </a:extLst>
          </p:cNvPr>
          <p:cNvSpPr/>
          <p:nvPr userDrawn="1"/>
        </p:nvSpPr>
        <p:spPr bwMode="auto">
          <a:xfrm>
            <a:off x="0" y="0"/>
            <a:ext cx="12296446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4E399E1B-A281-406B-2B38-EEFD19875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3033223"/>
            <a:ext cx="11018520" cy="4985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3600" dirty="0">
                <a:gradFill>
                  <a:gsLst>
                    <a:gs pos="22000">
                      <a:schemeClr val="accent2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latin typeface="+mj-lt"/>
                <a:cs typeface="Segoe UI" pitchFamily="34" charset="0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7169221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1612749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A7F81D6-D960-882D-2677-0F5176A5B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882817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905">
          <p15:clr>
            <a:srgbClr val="5ACBF0"/>
          </p15:clr>
        </p15:guide>
        <p15:guide id="4" orient="horz" pos="1272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39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6A123D-3A27-499F-9210-3E0D7CED3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808054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6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60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4200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E9CDCB4-03E1-4763-B83E-A1334BCDB0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97171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4826840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2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with Subhead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D525736-DEE8-4391-8135-23DE064005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8E90344-0294-48E2-AAF0-601BB99500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66750" indent="-152400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4F729D4-B1F1-45F2-A06A-40234B19C88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F896FB-325C-4849-B372-8DF0D6C056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97625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85800" indent="-136525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564810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Content with Subhead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C2759870-0BEA-44DC-A414-1C70D04E35C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BFEF95FA-F121-4653-B60A-0D068C34546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88963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327262A-D327-4189-AD22-BAD67CF4AB7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47F8EAA9-0E64-4589-A234-BC31685BE7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94451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5933125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B20F198-3776-433D-85A8-C2B6AC6235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7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7BC59AA-6CF8-4091-8008-21AA9AD8E8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5217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22263" indent="-150813">
              <a:defRPr lang="en-US" sz="1800" dirty="0"/>
            </a:lvl2pPr>
            <a:lvl3pPr marL="466725" indent="-138113">
              <a:defRPr lang="en-US" dirty="0"/>
            </a:lvl3pPr>
            <a:lvl4pPr marL="595313" indent="-128588">
              <a:defRPr lang="en-US" dirty="0"/>
            </a:lvl4pPr>
            <a:lvl5pPr marL="731838" indent="-1222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ECED387-BA3E-49B2-8F1E-0E371E09E0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463796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6B26A1CD-81F9-4C2F-896F-E69757C6658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463796" y="238413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9263A4B-A9A8-4CE5-96A8-6F6EC365E51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42375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05743D-F71A-4647-9BE4-2900BDA258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42375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4626663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1506">
          <p15:clr>
            <a:srgbClr val="5ACBF0"/>
          </p15:clr>
        </p15:guide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430">
          <p15:clr>
            <a:srgbClr val="5ACBF0"/>
          </p15:clr>
        </p15:guide>
        <p15:guide id="7" pos="2811">
          <p15:clr>
            <a:srgbClr val="5ACBF0"/>
          </p15:clr>
        </p15:guide>
        <p15:guide id="8" pos="4871">
          <p15:clr>
            <a:srgbClr val="5ACBF0"/>
          </p15:clr>
        </p15:guide>
        <p15:guide id="9" pos="5251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9252799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436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4200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49007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49007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13814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13814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78621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378621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0485AC-5036-400C-92C3-D3E9EC0252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643428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F90290A2-7689-4DF5-971A-36C2D917341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3428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2047868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610">
          <p15:clr>
            <a:srgbClr val="5ACBF0"/>
          </p15:clr>
        </p15:guide>
        <p15:guide id="7" pos="1795">
          <p15:clr>
            <a:srgbClr val="5ACBF0"/>
          </p15:clr>
        </p15:guide>
        <p15:guide id="8" pos="3035">
          <p15:clr>
            <a:srgbClr val="5ACBF0"/>
          </p15:clr>
        </p15:guide>
        <p15:guide id="9" pos="3221">
          <p15:clr>
            <a:srgbClr val="5ACBF0"/>
          </p15:clr>
        </p15:guide>
        <p15:guide id="10" pos="4461">
          <p15:clr>
            <a:srgbClr val="5ACBF0"/>
          </p15:clr>
        </p15:guide>
        <p15:guide id="11" pos="5890">
          <p15:clr>
            <a:srgbClr val="5ACBF0"/>
          </p15:clr>
        </p15:guide>
        <p15:guide id="12" orient="horz" pos="1436">
          <p15:clr>
            <a:srgbClr val="5ACBF0"/>
          </p15:clr>
        </p15:guide>
        <p15:guide id="13" pos="4646">
          <p15:clr>
            <a:srgbClr val="5ACBF0"/>
          </p15:clr>
        </p15:guide>
        <p15:guide id="14" pos="6072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- left s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2875002"/>
            <a:ext cx="4127692" cy="1107996"/>
          </a:xfrm>
        </p:spPr>
        <p:txBody>
          <a:bodyPr wrap="square" anchor="ctr">
            <a:sp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2549725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30" orient="horz" pos="288">
          <p15:clr>
            <a:srgbClr val="5ACBF0"/>
          </p15:clr>
        </p15:guide>
        <p15:guide id="32" orient="horz" pos="2160">
          <p15:clr>
            <a:srgbClr val="5ACBF0"/>
          </p15:clr>
        </p15:guide>
        <p15:guide id="33" pos="2976">
          <p15:clr>
            <a:srgbClr val="5ACBF0"/>
          </p15:clr>
        </p15:guide>
        <p15:guide id="34" pos="3336">
          <p15:clr>
            <a:srgbClr val="5ACBF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B2500C4-B436-4E3A-8A91-A02448A77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372410"/>
          </a:xfrm>
        </p:spPr>
        <p:txBody>
          <a:bodyPr tIns="64008"/>
          <a:lstStyle>
            <a:lvl1pPr>
              <a:defRPr sz="2000" spc="0"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7477982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52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  <p15:guide id="31" pos="3840">
          <p15:clr>
            <a:srgbClr val="5ACBF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Background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1109616-29F5-2A48-AD26-C036688E660A}"/>
              </a:ext>
            </a:extLst>
          </p:cNvPr>
          <p:cNvSpPr/>
          <p:nvPr userDrawn="1"/>
        </p:nvSpPr>
        <p:spPr bwMode="auto">
          <a:xfrm>
            <a:off x="1" y="0"/>
            <a:ext cx="12192000" cy="1439693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3"/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844675"/>
            <a:ext cx="11018838" cy="4424363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662A5-6E2F-47B0-9B6E-E87983D37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10400161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16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Header Line 01">
    <p:bg>
      <p:bgPr>
        <a:gradFill>
          <a:gsLst>
            <a:gs pos="0">
              <a:srgbClr val="120D24"/>
            </a:gs>
            <a:gs pos="100000">
              <a:srgbClr val="290A46"/>
            </a:gs>
          </a:gsLst>
          <a:lin ang="2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Background pattern&#10;&#10;Description automatically generated">
            <a:extLst>
              <a:ext uri="{FF2B5EF4-FFF2-40B4-BE49-F238E27FC236}">
                <a16:creationId xmlns:a16="http://schemas.microsoft.com/office/drawing/2014/main" id="{B95D43A3-1599-79ED-3554-60413F5698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BB973DD2-1476-E74C-99DF-240F2E508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B0B9755-980E-B04E-95D6-C276F382D08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2137143"/>
            <a:ext cx="1595438" cy="646331"/>
          </a:xfrm>
        </p:spPr>
        <p:txBody>
          <a:bodyPr lIns="90000" anchor="t"/>
          <a:lstStyle>
            <a:lvl1pPr marL="179388" indent="-179388">
              <a:buSzPct val="90000"/>
              <a:buFont typeface="Wingdings" pitchFamily="2" charset="2"/>
              <a:buChar char=""/>
              <a:tabLst/>
              <a:defRPr sz="1400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E14B2888-1E67-E04C-894E-926FC1FD801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470150" y="2137143"/>
            <a:ext cx="1595438" cy="646331"/>
          </a:xfrm>
        </p:spPr>
        <p:txBody>
          <a:bodyPr lIns="90000" anchor="t"/>
          <a:lstStyle>
            <a:lvl1pPr marL="179388" indent="-179388">
              <a:buSzPct val="90000"/>
              <a:buFont typeface="Wingdings" pitchFamily="2" charset="2"/>
              <a:buChar char=""/>
              <a:tabLst/>
              <a:defRPr sz="1400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>
            <a:extLst>
              <a:ext uri="{FF2B5EF4-FFF2-40B4-BE49-F238E27FC236}">
                <a16:creationId xmlns:a16="http://schemas.microsoft.com/office/drawing/2014/main" id="{333BC1A1-9771-5646-BEE1-9E5EEAED269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56100" y="2137143"/>
            <a:ext cx="1603375" cy="646331"/>
          </a:xfrm>
        </p:spPr>
        <p:txBody>
          <a:bodyPr lIns="90000" anchor="t"/>
          <a:lstStyle>
            <a:lvl1pPr marL="179388" indent="-179388">
              <a:buSzPct val="90000"/>
              <a:buFont typeface="Wingdings" pitchFamily="2" charset="2"/>
              <a:buChar char=""/>
              <a:tabLst/>
              <a:defRPr sz="1400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>
            <a:extLst>
              <a:ext uri="{FF2B5EF4-FFF2-40B4-BE49-F238E27FC236}">
                <a16:creationId xmlns:a16="http://schemas.microsoft.com/office/drawing/2014/main" id="{6B558C13-2A32-8A4B-856B-2AB00C4777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40463" y="2137143"/>
            <a:ext cx="1597025" cy="646331"/>
          </a:xfrm>
        </p:spPr>
        <p:txBody>
          <a:bodyPr lIns="90000" anchor="t"/>
          <a:lstStyle>
            <a:lvl1pPr marL="179388" indent="-179388">
              <a:buSzPct val="90000"/>
              <a:buFont typeface="Wingdings" pitchFamily="2" charset="2"/>
              <a:buChar char=""/>
              <a:tabLst/>
              <a:defRPr sz="1400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>
            <a:extLst>
              <a:ext uri="{FF2B5EF4-FFF2-40B4-BE49-F238E27FC236}">
                <a16:creationId xmlns:a16="http://schemas.microsoft.com/office/drawing/2014/main" id="{DFF8B5E8-017D-9448-B30F-CD659C22107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28000" y="2137143"/>
            <a:ext cx="1592263" cy="646331"/>
          </a:xfrm>
        </p:spPr>
        <p:txBody>
          <a:bodyPr lIns="90000" anchor="t"/>
          <a:lstStyle>
            <a:lvl1pPr marL="179388" indent="-179388">
              <a:buSzPct val="90000"/>
              <a:buFont typeface="Wingdings" pitchFamily="2" charset="2"/>
              <a:buChar char=""/>
              <a:tabLst/>
              <a:defRPr sz="1400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6">
            <a:extLst>
              <a:ext uri="{FF2B5EF4-FFF2-40B4-BE49-F238E27FC236}">
                <a16:creationId xmlns:a16="http://schemas.microsoft.com/office/drawing/2014/main" id="{23243079-7E64-8247-A7DE-8C677FA6F54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0013950" y="2137143"/>
            <a:ext cx="1595438" cy="646331"/>
          </a:xfrm>
        </p:spPr>
        <p:txBody>
          <a:bodyPr lIns="90000" anchor="t"/>
          <a:lstStyle>
            <a:lvl1pPr marL="179388" indent="-179388">
              <a:buSzPct val="90000"/>
              <a:buFont typeface="Wingdings" pitchFamily="2" charset="2"/>
              <a:buChar char=""/>
              <a:tabLst/>
              <a:defRPr sz="1400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15EF34EC-5A49-5E44-8FF1-785ECE15E3B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509120"/>
            <a:ext cx="1595438" cy="646331"/>
          </a:xfrm>
        </p:spPr>
        <p:txBody>
          <a:bodyPr lIns="90000" anchor="t"/>
          <a:lstStyle>
            <a:lvl1pPr marL="179388" indent="-179388">
              <a:buSzPct val="90000"/>
              <a:buFont typeface="Wingdings" pitchFamily="2" charset="2"/>
              <a:buChar char=""/>
              <a:tabLst/>
              <a:defRPr sz="1400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6">
            <a:extLst>
              <a:ext uri="{FF2B5EF4-FFF2-40B4-BE49-F238E27FC236}">
                <a16:creationId xmlns:a16="http://schemas.microsoft.com/office/drawing/2014/main" id="{1815091A-D110-584B-AB6E-643B6462EE0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470150" y="4509120"/>
            <a:ext cx="1595438" cy="646331"/>
          </a:xfrm>
        </p:spPr>
        <p:txBody>
          <a:bodyPr lIns="90000" anchor="t"/>
          <a:lstStyle>
            <a:lvl1pPr marL="179388" indent="-179388">
              <a:buSzPct val="90000"/>
              <a:buFont typeface="Wingdings" pitchFamily="2" charset="2"/>
              <a:buChar char=""/>
              <a:tabLst/>
              <a:defRPr sz="1400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6">
            <a:extLst>
              <a:ext uri="{FF2B5EF4-FFF2-40B4-BE49-F238E27FC236}">
                <a16:creationId xmlns:a16="http://schemas.microsoft.com/office/drawing/2014/main" id="{DBBF8BC8-BC7B-004B-A427-B1F9D8D9199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56100" y="4509120"/>
            <a:ext cx="1603375" cy="646331"/>
          </a:xfrm>
        </p:spPr>
        <p:txBody>
          <a:bodyPr lIns="90000" anchor="t"/>
          <a:lstStyle>
            <a:lvl1pPr marL="179388" indent="-179388">
              <a:buSzPct val="90000"/>
              <a:buFont typeface="Wingdings" pitchFamily="2" charset="2"/>
              <a:buChar char=""/>
              <a:tabLst/>
              <a:defRPr sz="1400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6">
            <a:extLst>
              <a:ext uri="{FF2B5EF4-FFF2-40B4-BE49-F238E27FC236}">
                <a16:creationId xmlns:a16="http://schemas.microsoft.com/office/drawing/2014/main" id="{844592AA-1A9A-8E46-B40A-8739500A22C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0463" y="4509120"/>
            <a:ext cx="1597025" cy="646331"/>
          </a:xfrm>
        </p:spPr>
        <p:txBody>
          <a:bodyPr lIns="90000" anchor="t"/>
          <a:lstStyle>
            <a:lvl1pPr marL="179388" indent="-179388">
              <a:buSzPct val="90000"/>
              <a:buFont typeface="Wingdings" pitchFamily="2" charset="2"/>
              <a:buChar char=""/>
              <a:tabLst/>
              <a:defRPr sz="1400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6">
            <a:extLst>
              <a:ext uri="{FF2B5EF4-FFF2-40B4-BE49-F238E27FC236}">
                <a16:creationId xmlns:a16="http://schemas.microsoft.com/office/drawing/2014/main" id="{6E747F9F-4D5A-1E4C-92B5-549F887E872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128000" y="4509120"/>
            <a:ext cx="1592263" cy="646331"/>
          </a:xfrm>
        </p:spPr>
        <p:txBody>
          <a:bodyPr lIns="90000" anchor="t"/>
          <a:lstStyle>
            <a:lvl1pPr marL="179388" indent="-179388">
              <a:buSzPct val="90000"/>
              <a:buFont typeface="Wingdings" pitchFamily="2" charset="2"/>
              <a:buChar char=""/>
              <a:tabLst/>
              <a:defRPr sz="1400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6">
            <a:extLst>
              <a:ext uri="{FF2B5EF4-FFF2-40B4-BE49-F238E27FC236}">
                <a16:creationId xmlns:a16="http://schemas.microsoft.com/office/drawing/2014/main" id="{F878EC20-6567-6B45-AE19-F3465093EEC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0013950" y="4509120"/>
            <a:ext cx="1595438" cy="646331"/>
          </a:xfrm>
        </p:spPr>
        <p:txBody>
          <a:bodyPr lIns="90000" anchor="t"/>
          <a:lstStyle>
            <a:lvl1pPr marL="179388" indent="-179388">
              <a:buSzPct val="90000"/>
              <a:buFont typeface="Wingdings" pitchFamily="2" charset="2"/>
              <a:buChar char=""/>
              <a:tabLst/>
              <a:defRPr sz="1400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EA3253A-CBC3-A644-9057-A616EFD62183}"/>
              </a:ext>
            </a:extLst>
          </p:cNvPr>
          <p:cNvCxnSpPr>
            <a:cxnSpLocks/>
          </p:cNvCxnSpPr>
          <p:nvPr userDrawn="1"/>
        </p:nvCxnSpPr>
        <p:spPr>
          <a:xfrm>
            <a:off x="584200" y="2017713"/>
            <a:ext cx="1595438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3FA9607-273B-BF42-A068-8D930E44C050}"/>
              </a:ext>
            </a:extLst>
          </p:cNvPr>
          <p:cNvCxnSpPr>
            <a:cxnSpLocks/>
          </p:cNvCxnSpPr>
          <p:nvPr userDrawn="1"/>
        </p:nvCxnSpPr>
        <p:spPr>
          <a:xfrm>
            <a:off x="2470150" y="2017713"/>
            <a:ext cx="1595438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5FB5306-5527-0B40-80C7-DB5C8423B952}"/>
              </a:ext>
            </a:extLst>
          </p:cNvPr>
          <p:cNvCxnSpPr>
            <a:cxnSpLocks/>
          </p:cNvCxnSpPr>
          <p:nvPr userDrawn="1"/>
        </p:nvCxnSpPr>
        <p:spPr>
          <a:xfrm>
            <a:off x="4364037" y="2015240"/>
            <a:ext cx="1595438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3971A8C-E65D-6B49-ADA2-293469DDD7BC}"/>
              </a:ext>
            </a:extLst>
          </p:cNvPr>
          <p:cNvCxnSpPr>
            <a:cxnSpLocks/>
          </p:cNvCxnSpPr>
          <p:nvPr userDrawn="1"/>
        </p:nvCxnSpPr>
        <p:spPr>
          <a:xfrm>
            <a:off x="6240463" y="2017713"/>
            <a:ext cx="1595438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91A700F-7F45-F94C-A435-F7EE30C70A7E}"/>
              </a:ext>
            </a:extLst>
          </p:cNvPr>
          <p:cNvCxnSpPr>
            <a:cxnSpLocks/>
          </p:cNvCxnSpPr>
          <p:nvPr userDrawn="1"/>
        </p:nvCxnSpPr>
        <p:spPr>
          <a:xfrm>
            <a:off x="8124825" y="2017713"/>
            <a:ext cx="1595438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8EA0204-C4C9-6644-861D-6EB50FE04062}"/>
              </a:ext>
            </a:extLst>
          </p:cNvPr>
          <p:cNvCxnSpPr>
            <a:cxnSpLocks/>
          </p:cNvCxnSpPr>
          <p:nvPr userDrawn="1"/>
        </p:nvCxnSpPr>
        <p:spPr>
          <a:xfrm>
            <a:off x="10013950" y="2017713"/>
            <a:ext cx="1595438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21346A5-A33F-5946-9543-99C299D786AC}"/>
              </a:ext>
            </a:extLst>
          </p:cNvPr>
          <p:cNvCxnSpPr>
            <a:cxnSpLocks/>
          </p:cNvCxnSpPr>
          <p:nvPr userDrawn="1"/>
        </p:nvCxnSpPr>
        <p:spPr>
          <a:xfrm>
            <a:off x="584200" y="4365104"/>
            <a:ext cx="1595438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24EA3CD-0BD7-E747-A4EB-45424A3C1987}"/>
              </a:ext>
            </a:extLst>
          </p:cNvPr>
          <p:cNvCxnSpPr>
            <a:cxnSpLocks/>
          </p:cNvCxnSpPr>
          <p:nvPr userDrawn="1"/>
        </p:nvCxnSpPr>
        <p:spPr>
          <a:xfrm>
            <a:off x="2495600" y="4365104"/>
            <a:ext cx="1595438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B66C269-8DE0-714D-AB7A-BA133A81E3C7}"/>
              </a:ext>
            </a:extLst>
          </p:cNvPr>
          <p:cNvCxnSpPr>
            <a:cxnSpLocks/>
          </p:cNvCxnSpPr>
          <p:nvPr userDrawn="1"/>
        </p:nvCxnSpPr>
        <p:spPr>
          <a:xfrm>
            <a:off x="4364037" y="4362631"/>
            <a:ext cx="1595438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3539B16-CE2C-3A4D-B528-4C530EFD148D}"/>
              </a:ext>
            </a:extLst>
          </p:cNvPr>
          <p:cNvCxnSpPr>
            <a:cxnSpLocks/>
          </p:cNvCxnSpPr>
          <p:nvPr userDrawn="1"/>
        </p:nvCxnSpPr>
        <p:spPr>
          <a:xfrm>
            <a:off x="6240463" y="4365104"/>
            <a:ext cx="1595438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A683FC3-D470-6642-8CD2-833A816B7C06}"/>
              </a:ext>
            </a:extLst>
          </p:cNvPr>
          <p:cNvCxnSpPr>
            <a:cxnSpLocks/>
          </p:cNvCxnSpPr>
          <p:nvPr userDrawn="1"/>
        </p:nvCxnSpPr>
        <p:spPr>
          <a:xfrm>
            <a:off x="8124825" y="4365104"/>
            <a:ext cx="1595438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13A02AF-593E-A740-8AA5-3E98EC7712B3}"/>
              </a:ext>
            </a:extLst>
          </p:cNvPr>
          <p:cNvCxnSpPr>
            <a:cxnSpLocks/>
          </p:cNvCxnSpPr>
          <p:nvPr userDrawn="1"/>
        </p:nvCxnSpPr>
        <p:spPr>
          <a:xfrm>
            <a:off x="10013950" y="4365104"/>
            <a:ext cx="1595438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2B32F430-ED23-B440-BB46-25EFAA521E1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4200" y="1436688"/>
            <a:ext cx="1595439" cy="581025"/>
          </a:xfrm>
        </p:spPr>
        <p:txBody>
          <a:bodyPr lIns="90000" tIns="46800" rIns="90000" bIns="46800" anchor="ctr">
            <a:noAutofit/>
          </a:bodyPr>
          <a:lstStyle>
            <a:lvl1pPr marL="0" indent="0">
              <a:buNone/>
              <a:defRPr sz="2000">
                <a:solidFill>
                  <a:schemeClr val="tx1"/>
                </a:solidFill>
                <a:latin typeface="+mj-lt"/>
              </a:defRPr>
            </a:lvl1pPr>
            <a:lvl2pPr marL="228600" indent="0" algn="ctr">
              <a:buNone/>
              <a:defRPr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Label</a:t>
            </a:r>
          </a:p>
        </p:txBody>
      </p:sp>
      <p:sp>
        <p:nvSpPr>
          <p:cNvPr id="41" name="Text Placeholder 28">
            <a:extLst>
              <a:ext uri="{FF2B5EF4-FFF2-40B4-BE49-F238E27FC236}">
                <a16:creationId xmlns:a16="http://schemas.microsoft.com/office/drawing/2014/main" id="{7BE96FEE-E6DA-2941-AEAC-A1C8FC1640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470150" y="1436688"/>
            <a:ext cx="1595438" cy="581025"/>
          </a:xfrm>
        </p:spPr>
        <p:txBody>
          <a:bodyPr lIns="90000" tIns="46800" rIns="90000" bIns="46800" anchor="ctr">
            <a:noAutofit/>
          </a:bodyPr>
          <a:lstStyle>
            <a:lvl1pPr marL="0" indent="0">
              <a:buNone/>
              <a:defRPr sz="2000">
                <a:solidFill>
                  <a:schemeClr val="tx1"/>
                </a:solidFill>
                <a:latin typeface="+mj-lt"/>
              </a:defRPr>
            </a:lvl1pPr>
            <a:lvl2pPr marL="228600" indent="0" algn="ctr">
              <a:buNone/>
              <a:defRPr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Label</a:t>
            </a:r>
          </a:p>
        </p:txBody>
      </p:sp>
      <p:sp>
        <p:nvSpPr>
          <p:cNvPr id="42" name="Text Placeholder 28">
            <a:extLst>
              <a:ext uri="{FF2B5EF4-FFF2-40B4-BE49-F238E27FC236}">
                <a16:creationId xmlns:a16="http://schemas.microsoft.com/office/drawing/2014/main" id="{8732B004-72E3-4E45-A749-459DEFBC173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367808" y="1436688"/>
            <a:ext cx="1595438" cy="581025"/>
          </a:xfrm>
        </p:spPr>
        <p:txBody>
          <a:bodyPr lIns="90000" tIns="46800" rIns="90000" bIns="46800" anchor="ctr">
            <a:noAutofit/>
          </a:bodyPr>
          <a:lstStyle>
            <a:lvl1pPr marL="0" indent="0">
              <a:buNone/>
              <a:defRPr sz="2000">
                <a:solidFill>
                  <a:schemeClr val="tx1"/>
                </a:solidFill>
                <a:latin typeface="+mj-lt"/>
              </a:defRPr>
            </a:lvl1pPr>
            <a:lvl2pPr marL="228600" indent="0" algn="ctr">
              <a:buNone/>
              <a:defRPr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Label</a:t>
            </a:r>
          </a:p>
        </p:txBody>
      </p:sp>
      <p:sp>
        <p:nvSpPr>
          <p:cNvPr id="43" name="Text Placeholder 28">
            <a:extLst>
              <a:ext uri="{FF2B5EF4-FFF2-40B4-BE49-F238E27FC236}">
                <a16:creationId xmlns:a16="http://schemas.microsoft.com/office/drawing/2014/main" id="{E66FAAC7-8AEC-104A-A5DD-4AEB7AA585A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40016" y="1436688"/>
            <a:ext cx="1595438" cy="581025"/>
          </a:xfrm>
        </p:spPr>
        <p:txBody>
          <a:bodyPr lIns="90000" tIns="46800" rIns="90000" bIns="46800" anchor="ctr">
            <a:noAutofit/>
          </a:bodyPr>
          <a:lstStyle>
            <a:lvl1pPr marL="0" indent="0">
              <a:buNone/>
              <a:defRPr sz="2000">
                <a:solidFill>
                  <a:schemeClr val="tx1"/>
                </a:solidFill>
                <a:latin typeface="+mj-lt"/>
              </a:defRPr>
            </a:lvl1pPr>
            <a:lvl2pPr marL="228600" indent="0" algn="ctr">
              <a:buNone/>
              <a:defRPr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Label</a:t>
            </a:r>
          </a:p>
        </p:txBody>
      </p:sp>
      <p:sp>
        <p:nvSpPr>
          <p:cNvPr id="44" name="Text Placeholder 28">
            <a:extLst>
              <a:ext uri="{FF2B5EF4-FFF2-40B4-BE49-F238E27FC236}">
                <a16:creationId xmlns:a16="http://schemas.microsoft.com/office/drawing/2014/main" id="{5E1D2D98-23BB-FF4A-95AC-2A429CDF840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128000" y="1436688"/>
            <a:ext cx="1595438" cy="581025"/>
          </a:xfrm>
        </p:spPr>
        <p:txBody>
          <a:bodyPr lIns="90000" tIns="46800" rIns="90000" bIns="46800" anchor="ctr">
            <a:noAutofit/>
          </a:bodyPr>
          <a:lstStyle>
            <a:lvl1pPr marL="0" indent="0">
              <a:buNone/>
              <a:defRPr sz="2000">
                <a:solidFill>
                  <a:schemeClr val="tx1"/>
                </a:solidFill>
                <a:latin typeface="+mj-lt"/>
              </a:defRPr>
            </a:lvl1pPr>
            <a:lvl2pPr marL="228600" indent="0" algn="ctr">
              <a:buNone/>
              <a:defRPr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Label</a:t>
            </a:r>
          </a:p>
        </p:txBody>
      </p:sp>
      <p:sp>
        <p:nvSpPr>
          <p:cNvPr id="45" name="Text Placeholder 28">
            <a:extLst>
              <a:ext uri="{FF2B5EF4-FFF2-40B4-BE49-F238E27FC236}">
                <a16:creationId xmlns:a16="http://schemas.microsoft.com/office/drawing/2014/main" id="{527C7347-F791-F945-A658-6E2EC13C639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0013950" y="1436688"/>
            <a:ext cx="1595438" cy="581025"/>
          </a:xfrm>
        </p:spPr>
        <p:txBody>
          <a:bodyPr lIns="90000" tIns="46800" rIns="90000" bIns="46800" anchor="ctr">
            <a:noAutofit/>
          </a:bodyPr>
          <a:lstStyle>
            <a:lvl1pPr marL="0" indent="0">
              <a:buNone/>
              <a:defRPr sz="2000">
                <a:solidFill>
                  <a:schemeClr val="tx1"/>
                </a:solidFill>
                <a:latin typeface="+mj-lt"/>
              </a:defRPr>
            </a:lvl1pPr>
            <a:lvl2pPr marL="228600" indent="0" algn="ctr">
              <a:buNone/>
              <a:defRPr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Label</a:t>
            </a:r>
          </a:p>
        </p:txBody>
      </p:sp>
      <p:sp>
        <p:nvSpPr>
          <p:cNvPr id="46" name="Text Placeholder 28">
            <a:extLst>
              <a:ext uri="{FF2B5EF4-FFF2-40B4-BE49-F238E27FC236}">
                <a16:creationId xmlns:a16="http://schemas.microsoft.com/office/drawing/2014/main" id="{8172C080-65E1-3C46-99C0-978870D28AF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84200" y="3789040"/>
            <a:ext cx="1595439" cy="581025"/>
          </a:xfrm>
        </p:spPr>
        <p:txBody>
          <a:bodyPr lIns="90000" tIns="46800" rIns="90000" bIns="46800" anchor="ctr">
            <a:noAutofit/>
          </a:bodyPr>
          <a:lstStyle>
            <a:lvl1pPr marL="0" indent="0">
              <a:buNone/>
              <a:defRPr sz="2000">
                <a:solidFill>
                  <a:schemeClr val="tx1"/>
                </a:solidFill>
                <a:latin typeface="+mj-lt"/>
              </a:defRPr>
            </a:lvl1pPr>
            <a:lvl2pPr marL="228600" indent="0" algn="ctr">
              <a:buNone/>
              <a:defRPr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Label</a:t>
            </a:r>
          </a:p>
        </p:txBody>
      </p:sp>
      <p:sp>
        <p:nvSpPr>
          <p:cNvPr id="47" name="Text Placeholder 28">
            <a:extLst>
              <a:ext uri="{FF2B5EF4-FFF2-40B4-BE49-F238E27FC236}">
                <a16:creationId xmlns:a16="http://schemas.microsoft.com/office/drawing/2014/main" id="{4928442B-3D98-0B48-9333-273D8587E0E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470150" y="3789040"/>
            <a:ext cx="1595438" cy="581025"/>
          </a:xfrm>
        </p:spPr>
        <p:txBody>
          <a:bodyPr lIns="90000" tIns="46800" rIns="90000" bIns="46800" anchor="ctr">
            <a:noAutofit/>
          </a:bodyPr>
          <a:lstStyle>
            <a:lvl1pPr marL="0" indent="0">
              <a:buNone/>
              <a:defRPr sz="2000">
                <a:solidFill>
                  <a:schemeClr val="tx1"/>
                </a:solidFill>
                <a:latin typeface="+mj-lt"/>
              </a:defRPr>
            </a:lvl1pPr>
            <a:lvl2pPr marL="228600" indent="0" algn="ctr">
              <a:buNone/>
              <a:defRPr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Label</a:t>
            </a:r>
          </a:p>
        </p:txBody>
      </p:sp>
      <p:sp>
        <p:nvSpPr>
          <p:cNvPr id="48" name="Text Placeholder 28">
            <a:extLst>
              <a:ext uri="{FF2B5EF4-FFF2-40B4-BE49-F238E27FC236}">
                <a16:creationId xmlns:a16="http://schemas.microsoft.com/office/drawing/2014/main" id="{2961F7B7-1EDB-2C43-951E-B36532A1E79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367808" y="3789040"/>
            <a:ext cx="1595438" cy="581025"/>
          </a:xfrm>
        </p:spPr>
        <p:txBody>
          <a:bodyPr lIns="90000" tIns="46800" rIns="90000" bIns="46800" anchor="ctr">
            <a:noAutofit/>
          </a:bodyPr>
          <a:lstStyle>
            <a:lvl1pPr marL="0" indent="0">
              <a:buNone/>
              <a:defRPr sz="2000">
                <a:solidFill>
                  <a:schemeClr val="tx1"/>
                </a:solidFill>
                <a:latin typeface="+mj-lt"/>
              </a:defRPr>
            </a:lvl1pPr>
            <a:lvl2pPr marL="228600" indent="0" algn="ctr">
              <a:buNone/>
              <a:defRPr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Label</a:t>
            </a:r>
          </a:p>
        </p:txBody>
      </p:sp>
      <p:sp>
        <p:nvSpPr>
          <p:cNvPr id="49" name="Text Placeholder 28">
            <a:extLst>
              <a:ext uri="{FF2B5EF4-FFF2-40B4-BE49-F238E27FC236}">
                <a16:creationId xmlns:a16="http://schemas.microsoft.com/office/drawing/2014/main" id="{6345ABD8-4C05-A749-91A9-2D1F286CB73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240016" y="3789040"/>
            <a:ext cx="1595438" cy="581025"/>
          </a:xfrm>
        </p:spPr>
        <p:txBody>
          <a:bodyPr lIns="90000" tIns="46800" rIns="90000" bIns="46800" anchor="ctr">
            <a:noAutofit/>
          </a:bodyPr>
          <a:lstStyle>
            <a:lvl1pPr marL="0" indent="0">
              <a:buNone/>
              <a:defRPr sz="2000">
                <a:solidFill>
                  <a:schemeClr val="tx1"/>
                </a:solidFill>
                <a:latin typeface="+mj-lt"/>
              </a:defRPr>
            </a:lvl1pPr>
            <a:lvl2pPr marL="228600" indent="0" algn="ctr">
              <a:buNone/>
              <a:defRPr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Label</a:t>
            </a:r>
          </a:p>
        </p:txBody>
      </p:sp>
      <p:sp>
        <p:nvSpPr>
          <p:cNvPr id="50" name="Text Placeholder 28">
            <a:extLst>
              <a:ext uri="{FF2B5EF4-FFF2-40B4-BE49-F238E27FC236}">
                <a16:creationId xmlns:a16="http://schemas.microsoft.com/office/drawing/2014/main" id="{40D75468-C5B7-204E-BE74-7892BA35FF7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128000" y="3789040"/>
            <a:ext cx="1595438" cy="581025"/>
          </a:xfrm>
        </p:spPr>
        <p:txBody>
          <a:bodyPr lIns="90000" tIns="46800" rIns="90000" bIns="46800" anchor="ctr">
            <a:noAutofit/>
          </a:bodyPr>
          <a:lstStyle>
            <a:lvl1pPr marL="0" indent="0">
              <a:buNone/>
              <a:defRPr sz="2000">
                <a:solidFill>
                  <a:schemeClr val="tx1"/>
                </a:solidFill>
                <a:latin typeface="+mj-lt"/>
              </a:defRPr>
            </a:lvl1pPr>
            <a:lvl2pPr marL="228600" indent="0" algn="ctr">
              <a:buNone/>
              <a:defRPr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Label</a:t>
            </a:r>
          </a:p>
        </p:txBody>
      </p:sp>
      <p:sp>
        <p:nvSpPr>
          <p:cNvPr id="51" name="Text Placeholder 28">
            <a:extLst>
              <a:ext uri="{FF2B5EF4-FFF2-40B4-BE49-F238E27FC236}">
                <a16:creationId xmlns:a16="http://schemas.microsoft.com/office/drawing/2014/main" id="{C0D28E3D-12EC-FE42-A86A-CE63CE12A1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0013950" y="3789040"/>
            <a:ext cx="1595438" cy="581025"/>
          </a:xfrm>
        </p:spPr>
        <p:txBody>
          <a:bodyPr lIns="90000" tIns="46800" rIns="90000" bIns="46800" anchor="ctr">
            <a:noAutofit/>
          </a:bodyPr>
          <a:lstStyle>
            <a:lvl1pPr marL="0" indent="0">
              <a:buNone/>
              <a:defRPr sz="2000">
                <a:solidFill>
                  <a:schemeClr val="tx1"/>
                </a:solidFill>
                <a:latin typeface="+mj-lt"/>
              </a:defRPr>
            </a:lvl1pPr>
            <a:lvl2pPr marL="228600" indent="0" algn="ctr">
              <a:buNone/>
              <a:defRPr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Label</a:t>
            </a:r>
          </a:p>
        </p:txBody>
      </p:sp>
    </p:spTree>
    <p:extLst>
      <p:ext uri="{BB962C8B-B14F-4D97-AF65-F5344CB8AC3E}">
        <p14:creationId xmlns:p14="http://schemas.microsoft.com/office/powerpoint/2010/main" val="240636262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  <p15:guide id="31" orient="horz" pos="2387">
          <p15:clr>
            <a:srgbClr val="FBAE40"/>
          </p15:clr>
        </p15:guide>
        <p15:guide id="32" orient="horz" pos="275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0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FA81D9D0-A8F0-5981-61F1-95B0C9D3D75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5772E02E-9408-3A16-2204-9A9ECDD48808}"/>
              </a:ext>
            </a:extLst>
          </p:cNvPr>
          <p:cNvSpPr txBox="1">
            <a:spLocks/>
          </p:cNvSpPr>
          <p:nvPr userDrawn="1"/>
        </p:nvSpPr>
        <p:spPr>
          <a:xfrm>
            <a:off x="666811" y="370312"/>
            <a:ext cx="9866313" cy="2908489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600" b="0" kern="1200" cap="none" spc="-50" baseline="0">
                <a:ln w="3175">
                  <a:noFill/>
                </a:ln>
                <a:solidFill>
                  <a:schemeClr val="accent2"/>
                </a:solidFill>
                <a:effectLst/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</a:lstStyle>
          <a:p>
            <a:r>
              <a:rPr lang="en-US" sz="18900">
                <a:gradFill>
                  <a:gsLst>
                    <a:gs pos="0">
                      <a:schemeClr val="accent1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latin typeface="Arial Black" panose="020B0A04020102020204" pitchFamily="34" charset="0"/>
              </a:rPr>
              <a:t>”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DD89A49A-58E0-6646-8574-0B0729961CF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325380" y="4974300"/>
            <a:ext cx="3855502" cy="276999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Name attribute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3C890AF-C449-E34D-86FC-4BE82A41ED0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325380" y="5271879"/>
            <a:ext cx="3855502" cy="430887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Job title or another attribute</a:t>
            </a:r>
            <a:br>
              <a:rPr lang="en-US"/>
            </a:br>
            <a:r>
              <a:rPr lang="en-US"/>
              <a:t>Company if applicable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B9A47D2-7C06-3E47-802E-BD98760204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9550" y="2194074"/>
            <a:ext cx="6160536" cy="1661993"/>
          </a:xfrm>
        </p:spPr>
        <p:txBody>
          <a:bodyPr anchor="b"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/>
              <a:t>“Add quote text here Add quote text here Add quote text here Add quote text here”</a:t>
            </a:r>
          </a:p>
        </p:txBody>
      </p:sp>
    </p:spTree>
    <p:extLst>
      <p:ext uri="{BB962C8B-B14F-4D97-AF65-F5344CB8AC3E}">
        <p14:creationId xmlns:p14="http://schemas.microsoft.com/office/powerpoint/2010/main" val="30643193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2" pos="369">
          <p15:clr>
            <a:srgbClr val="F26B43"/>
          </p15:clr>
        </p15:guide>
        <p15:guide id="3" orient="horz" pos="366">
          <p15:clr>
            <a:srgbClr val="F26B43"/>
          </p15:clr>
        </p15:guide>
        <p15:guide id="4" pos="7311">
          <p15:clr>
            <a:srgbClr val="F26B43"/>
          </p15:clr>
        </p15:guide>
        <p15:guide id="5" orient="horz" pos="3951">
          <p15:clr>
            <a:srgbClr val="F26B43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2682">
          <p15:clr>
            <a:srgbClr val="F26B43"/>
          </p15:clr>
        </p15:guide>
        <p15:guide id="23" pos="4998">
          <p15:clr>
            <a:srgbClr val="F26B43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06 w/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ackground pattern&#10;&#10;Description automatically generated">
            <a:extLst>
              <a:ext uri="{FF2B5EF4-FFF2-40B4-BE49-F238E27FC236}">
                <a16:creationId xmlns:a16="http://schemas.microsoft.com/office/drawing/2014/main" id="{C4256E61-BAE0-966F-33FB-4875F4CFF83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A76F132-B9CF-86BB-C18A-7AD8C024046B}"/>
              </a:ext>
            </a:extLst>
          </p:cNvPr>
          <p:cNvSpPr/>
          <p:nvPr userDrawn="1"/>
        </p:nvSpPr>
        <p:spPr bwMode="auto">
          <a:xfrm>
            <a:off x="0" y="0"/>
            <a:ext cx="12296446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63639" y="3779493"/>
            <a:ext cx="5908494" cy="276999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Name attribute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B36921-D927-4BA6-8891-8AEE97849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DB4C8BDC-6825-414F-89F2-3D7A2187253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35900" y="0"/>
            <a:ext cx="43561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90DE3A0D-12BA-BE4F-85C2-FCD13F8635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63639" y="4077072"/>
            <a:ext cx="5908494" cy="430887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Job title or another attribute</a:t>
            </a:r>
            <a:br>
              <a:rPr lang="en-US"/>
            </a:br>
            <a:r>
              <a:rPr lang="en-US"/>
              <a:t>Company if applicable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4AA6D598-4BC5-AF4E-B609-A7442E6DE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9" y="2025650"/>
            <a:ext cx="5908494" cy="553998"/>
          </a:xfrm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“Add quote text here”</a:t>
            </a:r>
          </a:p>
        </p:txBody>
      </p:sp>
    </p:spTree>
    <p:extLst>
      <p:ext uri="{BB962C8B-B14F-4D97-AF65-F5344CB8AC3E}">
        <p14:creationId xmlns:p14="http://schemas.microsoft.com/office/powerpoint/2010/main" val="332371477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733">
          <p15:clr>
            <a:srgbClr val="5ACBF0"/>
          </p15:clr>
        </p15:guide>
        <p15:guide id="7" pos="4747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3465">
          <p15:clr>
            <a:srgbClr val="5ACBF0"/>
          </p15:clr>
        </p15:guide>
        <p15:guide id="11" orient="horz" pos="1956">
          <p15:clr>
            <a:srgbClr val="FBAE40"/>
          </p15:clr>
        </p15:guide>
        <p15:guide id="12" pos="1096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4DB660C8-FCFE-8CB6-A08E-975F87F66C4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A57C656-3E5F-8959-00F8-286B44FD1D70}"/>
              </a:ext>
            </a:extLst>
          </p:cNvPr>
          <p:cNvSpPr/>
          <p:nvPr userDrawn="1"/>
        </p:nvSpPr>
        <p:spPr bwMode="auto">
          <a:xfrm>
            <a:off x="0" y="0"/>
            <a:ext cx="12296446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BF1F936-2918-1FF2-729F-CC935DD14A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0" y="2930402"/>
            <a:ext cx="9144000" cy="4985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3600" dirty="0">
                <a:gradFill>
                  <a:gsLst>
                    <a:gs pos="22000">
                      <a:schemeClr val="accent2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latin typeface="+mj-lt"/>
                <a:cs typeface="Segoe UI" pitchFamily="34" charset="0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/>
              <a:t>Thank you.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BF0865EE-605D-2EAB-43E0-A054281062A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74422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8963"/>
            <a:ext cx="4158362" cy="2535236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/>
              <a:t>Title square photo layout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>
            <a:noAutofit/>
          </a:bodyPr>
          <a:lstStyle>
            <a:lvl1pPr marL="0" indent="0">
              <a:spcAft>
                <a:spcPts val="600"/>
              </a:spcAft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18FD0C-FA99-4937-92CD-5CF7F279CD8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BDF4B0-32EF-4DA8-9A83-B73DD8310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09134912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7" orient="horz" pos="1968">
          <p15:clr>
            <a:srgbClr val="5ACBF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B92DE97-5F35-4963-AC7A-96FEB9806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4159950" cy="5683249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09A47B-FEF5-47F3-B2DD-A73E7C3234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87212228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5" orient="horz" pos="2160">
          <p15:clr>
            <a:srgbClr val="5ACBF0"/>
          </p15:clr>
        </p15:guide>
        <p15:guide id="6" pos="2991">
          <p15:clr>
            <a:srgbClr val="5ACBF0"/>
          </p15:clr>
        </p15:guide>
        <p15:guide id="7" pos="3728">
          <p15:clr>
            <a:srgbClr val="C35EA4"/>
          </p15:clr>
        </p15:guide>
        <p15:guide id="8" pos="3544">
          <p15:clr>
            <a:srgbClr val="A4A3A4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quare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E2C6C6-B442-4DE7-9C6C-405B90053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2979738"/>
            <a:ext cx="4163125" cy="3289300"/>
          </a:xfr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Square photo layout with smaller text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BEAA94-C151-43DE-8A5A-09E8A930427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2F1290-9237-4BEE-AAAC-6708F28626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2083398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3" orient="horz" pos="1877">
          <p15:clr>
            <a:srgbClr val="5ACBF0"/>
          </p15:clr>
        </p15:guide>
        <p15:guide id="4" pos="3731">
          <p15:clr>
            <a:srgbClr val="C35EA4"/>
          </p15:clr>
        </p15:guide>
        <p15:guide id="5" pos="2993">
          <p15:clr>
            <a:srgbClr val="5ACBF0"/>
          </p15:clr>
        </p15:guide>
        <p15:guide id="6" pos="3547">
          <p15:clr>
            <a:srgbClr val="A4A3A4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quare Photo Lef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50285C0-813F-A744-BFD3-CF358EAC83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92925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4B1F25D-69F5-D649-BBA0-613396C764A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192963" y="1093807"/>
            <a:ext cx="4416425" cy="5539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8E421BE-E139-D243-8336-8A8C46F7F74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92963" y="2073295"/>
            <a:ext cx="3470275" cy="2043636"/>
          </a:xfrm>
        </p:spPr>
        <p:txBody>
          <a:bodyPr/>
          <a:lstStyle>
            <a:lvl1pPr marL="0" indent="0">
              <a:buFontTx/>
              <a:buNone/>
              <a:defRPr/>
            </a:lvl1pPr>
            <a:lvl2pPr marL="228600" indent="0">
              <a:buFontTx/>
              <a:buNone/>
              <a:defRPr/>
            </a:lvl2pPr>
            <a:lvl3pPr marL="457200" indent="0">
              <a:buFontTx/>
              <a:buNone/>
              <a:defRPr/>
            </a:lvl3pPr>
            <a:lvl4pPr marL="661988" indent="0">
              <a:buFontTx/>
              <a:buNone/>
              <a:defRPr/>
            </a:lvl4pPr>
            <a:lvl5pPr marL="855663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843126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8" orient="horz" pos="905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quare Photo R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50285C0-813F-A744-BFD3-CF358EAC83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299075" y="0"/>
            <a:ext cx="6892925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4B1F25D-69F5-D649-BBA0-613396C764A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84200" y="931762"/>
            <a:ext cx="4416425" cy="5539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8E421BE-E139-D243-8336-8A8C46F7F74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84200" y="1911250"/>
            <a:ext cx="3470275" cy="2302169"/>
          </a:xfrm>
        </p:spPr>
        <p:txBody>
          <a:bodyPr/>
          <a:lstStyle>
            <a:lvl1pPr marL="0" indent="0">
              <a:buFontTx/>
              <a:buNone/>
              <a:defRPr sz="2200"/>
            </a:lvl1pPr>
            <a:lvl2pPr marL="228600" indent="0">
              <a:buFontTx/>
              <a:buNone/>
              <a:defRPr sz="2200"/>
            </a:lvl2pPr>
            <a:lvl3pPr marL="457200" indent="0">
              <a:buFontTx/>
              <a:buNone/>
              <a:defRPr sz="2200"/>
            </a:lvl3pPr>
            <a:lvl4pPr marL="661988" indent="0">
              <a:buFontTx/>
              <a:buNone/>
              <a:defRPr sz="2200"/>
            </a:lvl4pPr>
            <a:lvl5pPr marL="855663" indent="0">
              <a:buFontTx/>
              <a:buNone/>
              <a:defRPr sz="2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230533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8" pos="3160">
          <p15:clr>
            <a:srgbClr val="A4A3A4"/>
          </p15:clr>
        </p15:guide>
        <p15:guide id="19" pos="3341">
          <p15:clr>
            <a:srgbClr val="A4A3A4"/>
          </p15:clr>
        </p15:guide>
        <p15:guide id="28" orient="horz" pos="905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full bleed upper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rgbClr val="000000"/>
                </a:solidFill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/>
          </p:nvPr>
        </p:nvSpPr>
        <p:spPr bwMode="ltGray">
          <a:xfrm>
            <a:off x="0" y="585789"/>
            <a:ext cx="12192000" cy="1362282"/>
          </a:xfrm>
          <a:noFill/>
        </p:spPr>
        <p:txBody>
          <a:bodyPr lIns="585216" tIns="0" rIns="585216" bIns="586800" anchor="t" anchorCtr="0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F619C2-B134-493A-AB9F-5DE39C929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12678961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304">
          <p15:clr>
            <a:srgbClr val="5ACBF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full bleed lower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rgbClr val="000000"/>
                </a:solidFill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/>
          </p:nvPr>
        </p:nvSpPr>
        <p:spPr bwMode="ltGray">
          <a:xfrm>
            <a:off x="0" y="3657600"/>
            <a:ext cx="12192000" cy="3200400"/>
          </a:xfrm>
          <a:gradFill flip="none" rotWithShape="1">
            <a:gsLst>
              <a:gs pos="4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</p:spPr>
        <p:txBody>
          <a:bodyPr lIns="585216" tIns="585216" rIns="585216" bIns="585216" anchor="b" anchorCtr="0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F619C2-B134-493A-AB9F-5DE39C929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2970526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304">
          <p15:clr>
            <a:srgbClr val="5ACBF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full bleed lef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rgbClr val="000000"/>
                </a:solidFill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-3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  <a:tileRect/>
          </a:gradFill>
        </p:spPr>
        <p:txBody>
          <a:bodyPr lIns="585216" tIns="585216" rIns="585216" bIns="585216" anchor="ctr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4894F6-B50F-43E1-83FC-4F2200B2F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682892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3576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hoto full bleed lef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rgbClr val="000000"/>
                </a:solidFill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/>
          </p:nvPr>
        </p:nvSpPr>
        <p:spPr bwMode="ltGray">
          <a:xfrm>
            <a:off x="-3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  <a:tileRect/>
          </a:gradFill>
        </p:spPr>
        <p:txBody>
          <a:bodyPr lIns="585216" tIns="585216" rIns="585216" bIns="585216" anchor="ctr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4894F6-B50F-43E1-83FC-4F2200B2F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pic>
        <p:nvPicPr>
          <p:cNvPr id="9" name="MS logo white - EMF" descr="Microsoft logo white text version">
            <a:extLst>
              <a:ext uri="{FF2B5EF4-FFF2-40B4-BE49-F238E27FC236}">
                <a16:creationId xmlns:a16="http://schemas.microsoft.com/office/drawing/2014/main" id="{EDE56B65-3E69-6146-8830-D107DE1E3AE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57295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3576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full bleed righ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rgbClr val="000000"/>
                </a:solidFill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6522720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lIns="585216" tIns="585216" rIns="585216" bIns="585216" anchor="ctr">
            <a:noAutofit/>
          </a:bodyPr>
          <a:lstStyle>
            <a:lvl1pPr algn="r"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29011D-E3B4-416F-9D7F-7A99AE49F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97549487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4105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0" y="0"/>
            <a:ext cx="12192000" cy="457200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vert="horz" wrap="square" lIns="0" tIns="128016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996C37-D0C9-4349-A860-B639C4EB9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82249800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  <p15:guide id="6" orient="horz" pos="3600">
          <p15:clr>
            <a:srgbClr val="5ACBF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-2381" y="2286000"/>
            <a:ext cx="12192000" cy="457200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vert="horz" wrap="square" lIns="0" tIns="137160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FDE6F-0F4B-446A-A51F-494FB09966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7501906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  <p15:guide id="6" orient="horz" pos="720">
          <p15:clr>
            <a:srgbClr val="5ACBF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tom horizontal photo and titl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866287"/>
            <a:ext cx="11018520" cy="553998"/>
          </a:xfrm>
        </p:spPr>
        <p:txBody>
          <a:bodyPr anchor="ctr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-2381" y="2286000"/>
            <a:ext cx="12192000" cy="457200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vert="horz" wrap="square" lIns="0" tIns="137160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FDE6F-0F4B-446A-A51F-494FB09966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619969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  <p15:guide id="6" orient="horz" pos="720">
          <p15:clr>
            <a:srgbClr val="5ACBF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27DCA08-1117-4B11-AEFD-AAB2B3354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5367528" cy="347472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39255" y="2025650"/>
            <a:ext cx="5367528" cy="3474720"/>
          </a:xfrm>
          <a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F59E09-7602-42B9-AB0C-9D1365A9EB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3583106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3464">
          <p15:clr>
            <a:srgbClr val="5ACBF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3474720" cy="347472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358640" y="2025650"/>
            <a:ext cx="3474720" cy="3474720"/>
          </a:xfrm>
          <a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32063" y="2025650"/>
            <a:ext cx="3474720" cy="3474720"/>
          </a:xfrm>
          <a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B36921-D927-4BA6-8891-8AEE97849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50680649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3465">
          <p15:clr>
            <a:srgbClr val="5ACBF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2532888" cy="2532888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413908" y="2025650"/>
            <a:ext cx="2532888" cy="2532888"/>
          </a:xfrm>
          <a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45204" y="2025650"/>
            <a:ext cx="2532888" cy="2532888"/>
          </a:xfrm>
          <a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073895" y="2025650"/>
            <a:ext cx="2532888" cy="2532888"/>
          </a:xfrm>
          <a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F56B00-AAD4-4F4F-8228-B6CF8367DE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63366292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993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2870">
          <p15:clr>
            <a:srgbClr val="5ACBF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5334000"/>
            <a:ext cx="4892040" cy="9350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6062472" cy="2807208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14744" y="5334000"/>
            <a:ext cx="4892040" cy="938212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6129528" y="2286000"/>
            <a:ext cx="6062472" cy="2807208"/>
          </a:xfrm>
          <a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E10F07-B8D9-4B69-A567-8BEDE6973D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89911787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4" orient="horz" pos="3209">
          <p15:clr>
            <a:srgbClr val="5ACBF0"/>
          </p15:clr>
        </p15:guide>
        <p15:guide id="5" pos="3826">
          <p15:clr>
            <a:srgbClr val="5ACBF0"/>
          </p15:clr>
        </p15:guide>
        <p15:guide id="6" pos="3859">
          <p15:clr>
            <a:srgbClr val="5ACBF0"/>
          </p15:clr>
        </p15:guide>
        <p15:guide id="11" pos="1910">
          <p15:clr>
            <a:srgbClr val="5ACBF0"/>
          </p15:clr>
        </p15:guide>
        <p15:guide id="12" pos="5770">
          <p15:clr>
            <a:srgbClr val="5ACBF0"/>
          </p15:clr>
        </p15:guide>
        <p15:guide id="13" orient="horz" pos="3360">
          <p15:clr>
            <a:srgbClr val="5ACBF0"/>
          </p15:clr>
        </p15:guide>
        <p15:guide id="14" orient="horz">
          <p15:clr>
            <a:srgbClr val="5ACBF0"/>
          </p15:clr>
        </p15:guide>
        <p15:guide id="15" pos="3451">
          <p15:clr>
            <a:srgbClr val="5ACBF0"/>
          </p15:clr>
        </p15:guide>
        <p15:guide id="16" pos="4229">
          <p15:clr>
            <a:srgbClr val="5ACBF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285292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4023360" cy="228600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69536" y="4799409"/>
            <a:ext cx="285292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084320" y="2286000"/>
            <a:ext cx="4023360" cy="2286000"/>
          </a:xfrm>
          <a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53856" y="4799410"/>
            <a:ext cx="285292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68640" y="2286000"/>
            <a:ext cx="4023360" cy="2286000"/>
          </a:xfrm>
          <a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B999C7-F5A8-46A6-92C5-AA3BE4E26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403302811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2534">
          <p15:clr>
            <a:srgbClr val="5ACBF0"/>
          </p15:clr>
        </p15:guide>
        <p15:guide id="6" pos="2573">
          <p15:clr>
            <a:srgbClr val="5ACBF0"/>
          </p15:clr>
        </p15:guide>
        <p15:guide id="8" pos="5109">
          <p15:clr>
            <a:srgbClr val="5ACBF0"/>
          </p15:clr>
        </p15:guide>
        <p15:guide id="9" pos="5145">
          <p15:clr>
            <a:srgbClr val="5ACBF0"/>
          </p15:clr>
        </p15:guide>
        <p15:guide id="11" pos="1266">
          <p15:clr>
            <a:srgbClr val="5ACBF0"/>
          </p15:clr>
        </p15:guide>
        <p15:guide id="12" pos="3840">
          <p15:clr>
            <a:srgbClr val="5ACBF0"/>
          </p15:clr>
        </p15:guide>
        <p15:guide id="13" pos="6414">
          <p15:clr>
            <a:srgbClr val="5ACBF0"/>
          </p15:clr>
        </p15:guide>
        <p15:guide id="14" orient="horz" pos="1074">
          <p15:clr>
            <a:srgbClr val="5ACBF0"/>
          </p15:clr>
        </p15:guide>
        <p15:guide id="15" pos="2168">
          <p15:clr>
            <a:srgbClr val="5ACBF0"/>
          </p15:clr>
        </p15:guide>
        <p15:guide id="16" pos="2944">
          <p15:clr>
            <a:srgbClr val="5ACBF0"/>
          </p15:clr>
        </p15:guide>
        <p15:guide id="17" pos="4738">
          <p15:clr>
            <a:srgbClr val="5ACBF0"/>
          </p15:clr>
        </p15:guide>
        <p15:guide id="18" pos="5514">
          <p15:clr>
            <a:srgbClr val="5ACBF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1828800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999232" cy="228600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649472" y="4799409"/>
            <a:ext cx="1828800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064256" y="2286000"/>
            <a:ext cx="2999232" cy="2286000"/>
          </a:xfrm>
          <a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13728" y="4799410"/>
            <a:ext cx="1828800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128512" y="2286000"/>
            <a:ext cx="2999232" cy="2286000"/>
          </a:xfrm>
          <a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777984" y="4799409"/>
            <a:ext cx="1828800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192768" y="2286000"/>
            <a:ext cx="2999232" cy="2286000"/>
          </a:xfrm>
          <a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25925802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1890">
          <p15:clr>
            <a:srgbClr val="5ACBF0"/>
          </p15:clr>
        </p15:guide>
        <p15:guide id="6" pos="1930">
          <p15:clr>
            <a:srgbClr val="5ACBF0"/>
          </p15:clr>
        </p15:guide>
        <p15:guide id="7" pos="5749">
          <p15:clr>
            <a:srgbClr val="5ACBF0"/>
          </p15:clr>
        </p15:guide>
        <p15:guide id="8" pos="3820">
          <p15:clr>
            <a:srgbClr val="5ACBF0"/>
          </p15:clr>
        </p15:guide>
        <p15:guide id="9" pos="3860">
          <p15:clr>
            <a:srgbClr val="5ACBF0"/>
          </p15:clr>
        </p15:guide>
        <p15:guide id="10" pos="5789">
          <p15:clr>
            <a:srgbClr val="5ACBF0"/>
          </p15:clr>
        </p15:guide>
        <p15:guide id="11" pos="944">
          <p15:clr>
            <a:srgbClr val="5ACBF0"/>
          </p15:clr>
        </p15:guide>
        <p15:guide id="12" pos="2876">
          <p15:clr>
            <a:srgbClr val="5ACBF0"/>
          </p15:clr>
        </p15:guide>
        <p15:guide id="13" pos="4807">
          <p15:clr>
            <a:srgbClr val="5ACBF0"/>
          </p15:clr>
        </p15:guide>
        <p15:guide id="14" pos="6736">
          <p15:clr>
            <a:srgbClr val="5ACBF0"/>
          </p15:clr>
        </p15:guide>
        <p15:guide id="15" orient="horz">
          <p15:clr>
            <a:srgbClr val="5ACBF0"/>
          </p15:clr>
        </p15:guide>
        <p15:guide id="16" pos="1524">
          <p15:clr>
            <a:srgbClr val="5ACBF0"/>
          </p15:clr>
        </p15:guide>
        <p15:guide id="17" pos="2298">
          <p15:clr>
            <a:srgbClr val="5ACBF0"/>
          </p15:clr>
        </p15:guide>
        <p15:guide id="18" pos="3450">
          <p15:clr>
            <a:srgbClr val="5ACBF0"/>
          </p15:clr>
        </p15:guide>
        <p15:guide id="19" pos="4230">
          <p15:clr>
            <a:srgbClr val="5ACBF0"/>
          </p15:clr>
        </p15:guide>
        <p15:guide id="20" pos="5380">
          <p15:clr>
            <a:srgbClr val="5ACBF0"/>
          </p15:clr>
        </p15:guide>
        <p15:guide id="21" pos="6156">
          <p15:clr>
            <a:srgbClr val="5ACBF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92608" y="4800600"/>
            <a:ext cx="180136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386584" cy="228600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743962" y="4799409"/>
            <a:ext cx="180136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2451354" y="2286000"/>
            <a:ext cx="2386584" cy="2286000"/>
          </a:xfrm>
          <a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95316" y="4799410"/>
            <a:ext cx="180136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4902708" y="2286000"/>
            <a:ext cx="2386584" cy="2286000"/>
          </a:xfrm>
          <a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646670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7354062" y="2286000"/>
            <a:ext cx="2386584" cy="2286000"/>
          </a:xfrm>
          <a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5B1B6F72-F14C-40F1-8B29-8620AA34DC6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0098024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D682C7-20D7-4ED0-99A7-C8530DAC8612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ltGray">
          <a:xfrm>
            <a:off x="9805416" y="2286000"/>
            <a:ext cx="2386584" cy="2286000"/>
          </a:xfrm>
          <a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45966638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8" pos="4631">
          <p15:clr>
            <a:srgbClr val="5ACBF0"/>
          </p15:clr>
        </p15:guide>
        <p15:guide id="9" pos="4593">
          <p15:clr>
            <a:srgbClr val="5ACBF0"/>
          </p15:clr>
        </p15:guide>
        <p15:guide id="10" pos="6134">
          <p15:clr>
            <a:srgbClr val="5ACBF0"/>
          </p15:clr>
        </p15:guide>
        <p15:guide id="11" pos="1323">
          <p15:clr>
            <a:srgbClr val="5ACBF0"/>
          </p15:clr>
        </p15:guide>
        <p15:guide id="12" pos="2865">
          <p15:clr>
            <a:srgbClr val="5ACBF0"/>
          </p15:clr>
        </p15:guide>
        <p15:guide id="13" pos="4815">
          <p15:clr>
            <a:srgbClr val="5ACBF0"/>
          </p15:clr>
        </p15:guide>
        <p15:guide id="14" pos="6361">
          <p15:clr>
            <a:srgbClr val="5ACBF0"/>
          </p15:clr>
        </p15:guide>
        <p15:guide id="15" orient="horz">
          <p15:clr>
            <a:srgbClr val="5ACBF0"/>
          </p15:clr>
        </p15:guide>
        <p15:guide id="16" pos="1727">
          <p15:clr>
            <a:srgbClr val="5ACBF0"/>
          </p15:clr>
        </p15:guide>
        <p15:guide id="17" pos="2294">
          <p15:clr>
            <a:srgbClr val="5ACBF0"/>
          </p15:clr>
        </p15:guide>
        <p15:guide id="18" pos="3273">
          <p15:clr>
            <a:srgbClr val="5ACBF0"/>
          </p15:clr>
        </p15:guide>
        <p15:guide id="19" pos="4411">
          <p15:clr>
            <a:srgbClr val="5ACBF0"/>
          </p15:clr>
        </p15:guide>
        <p15:guide id="21" pos="6179">
          <p15:clr>
            <a:srgbClr val="5ACBF0"/>
          </p15:clr>
        </p15:guide>
        <p15:guide id="22" pos="1501">
          <p15:clr>
            <a:srgbClr val="5ACBF0"/>
          </p15:clr>
        </p15:guide>
        <p15:guide id="23" pos="1543">
          <p15:clr>
            <a:srgbClr val="5ACBF0"/>
          </p15:clr>
        </p15:guide>
        <p15:guide id="24" pos="3049">
          <p15:clr>
            <a:srgbClr val="5ACBF0"/>
          </p15:clr>
        </p15:guide>
        <p15:guide id="25" pos="3088">
          <p15:clr>
            <a:srgbClr val="5ACBF0"/>
          </p15:clr>
        </p15:guide>
        <p15:guide id="26" pos="5954">
          <p15:clr>
            <a:srgbClr val="5ACBF0"/>
          </p15:clr>
        </p15:guide>
        <p15:guide id="27" pos="3840">
          <p15:clr>
            <a:srgbClr val="5ACBF0"/>
          </p15:clr>
        </p15:guide>
        <p15:guide id="28" pos="5386">
          <p15:clr>
            <a:srgbClr val="5ACBF0"/>
          </p15:clr>
        </p15:guide>
        <p15:guide id="29" pos="753">
          <p15:clr>
            <a:srgbClr val="5ACBF0"/>
          </p15:clr>
        </p15:guide>
        <p15:guide id="30" pos="6927">
          <p15:clr>
            <a:srgbClr val="5ACBF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8962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2037906" y="2286000"/>
            <a:ext cx="2313432" cy="2313432"/>
          </a:xfrm>
          <a:prstGeom prst="ellipse">
            <a:avLst/>
          </a:prstGeo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037906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4939284" y="2286000"/>
            <a:ext cx="2313432" cy="2313432"/>
          </a:xfrm>
          <a:prstGeom prst="ellipse">
            <a:avLst/>
          </a:prstGeom>
          <a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939284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7840663" y="2286000"/>
            <a:ext cx="2313432" cy="2313432"/>
          </a:xfrm>
          <a:prstGeom prst="ellipse">
            <a:avLst/>
          </a:prstGeom>
          <a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40663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6AFB7A-35B4-4881-AB50-D112482166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8641318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3840">
          <p15:clr>
            <a:srgbClr val="5ACBF0"/>
          </p15:clr>
        </p15:guide>
        <p15:guide id="4" pos="1283">
          <p15:clr>
            <a:srgbClr val="5ACBF0"/>
          </p15:clr>
        </p15:guide>
        <p15:guide id="5" pos="5666">
          <p15:clr>
            <a:srgbClr val="5ACBF0"/>
          </p15:clr>
        </p15:guide>
        <p15:guide id="6" pos="2741">
          <p15:clr>
            <a:srgbClr val="5ACBF0"/>
          </p15:clr>
        </p15:guide>
        <p15:guide id="7" pos="2012">
          <p15:clr>
            <a:srgbClr val="5ACBF0"/>
          </p15:clr>
        </p15:guide>
        <p15:guide id="8" pos="3109">
          <p15:clr>
            <a:srgbClr val="5ACBF0"/>
          </p15:clr>
        </p15:guide>
        <p15:guide id="9" pos="4570">
          <p15:clr>
            <a:srgbClr val="5ACBF0"/>
          </p15:clr>
        </p15:guide>
        <p15:guide id="11" pos="6397">
          <p15:clr>
            <a:srgbClr val="5ACBF0"/>
          </p15:clr>
        </p15:guide>
        <p15:guide id="12" orient="horz" pos="1440">
          <p15:clr>
            <a:srgbClr val="5ACBF0"/>
          </p15:clr>
        </p15:guide>
        <p15:guide id="13" pos="4938">
          <p15:clr>
            <a:srgbClr val="5ACBF0"/>
          </p15:clr>
        </p15:guide>
        <p15:guide id="14" orient="horz" pos="2894">
          <p15:clr>
            <a:srgbClr val="5ACBF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2313432" cy="2313432"/>
          </a:xfrm>
          <a:prstGeom prst="ellipse">
            <a:avLst/>
          </a:prstGeo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3487250" y="2286000"/>
            <a:ext cx="2313432" cy="2313432"/>
          </a:xfrm>
          <a:prstGeom prst="ellipse">
            <a:avLst/>
          </a:prstGeom>
          <a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8725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6390300" y="2286000"/>
            <a:ext cx="2313432" cy="2313432"/>
          </a:xfrm>
          <a:prstGeom prst="ellipse">
            <a:avLst/>
          </a:prstGeom>
          <a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903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9293351" y="2286000"/>
            <a:ext cx="2313432" cy="2313432"/>
          </a:xfrm>
          <a:prstGeom prst="ellipse">
            <a:avLst/>
          </a:prstGeom>
          <a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293351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78434017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4025">
          <p15:clr>
            <a:srgbClr val="5ACBF0"/>
          </p15:clr>
        </p15:guide>
        <p15:guide id="5" pos="5854">
          <p15:clr>
            <a:srgbClr val="5ACBF0"/>
          </p15:clr>
        </p15:guide>
        <p15:guide id="7" pos="3654">
          <p15:clr>
            <a:srgbClr val="5ACBF0"/>
          </p15:clr>
        </p15:guide>
        <p15:guide id="8" pos="2195">
          <p15:clr>
            <a:srgbClr val="5ACBF0"/>
          </p15:clr>
        </p15:guide>
        <p15:guide id="10" pos="2926">
          <p15:clr>
            <a:srgbClr val="5ACBF0"/>
          </p15:clr>
        </p15:guide>
        <p15:guide id="11" pos="4756">
          <p15:clr>
            <a:srgbClr val="5ACBF0"/>
          </p15:clr>
        </p15:guide>
        <p15:guide id="12" pos="6581">
          <p15:clr>
            <a:srgbClr val="5ACBF0"/>
          </p15:clr>
        </p15:guide>
        <p15:guide id="13" pos="1097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26">
          <p15:clr>
            <a:srgbClr val="5ACBF0"/>
          </p15:clr>
        </p15:guide>
        <p15:guide id="18" pos="5483">
          <p15:clr>
            <a:srgbClr val="5ACBF0"/>
          </p15:clr>
        </p15:guide>
        <p15:guide id="19" orient="horz" pos="2898">
          <p15:clr>
            <a:srgbClr val="5ACBF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1737360" cy="1737360"/>
          </a:xfrm>
          <a:prstGeom prst="ellipse">
            <a:avLst/>
          </a:prstGeo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2905506" y="2286000"/>
            <a:ext cx="1737360" cy="1737360"/>
          </a:xfrm>
          <a:prstGeom prst="ellipse">
            <a:avLst/>
          </a:prstGeom>
          <a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905506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5227320" y="2286000"/>
            <a:ext cx="1737360" cy="1737360"/>
          </a:xfrm>
          <a:prstGeom prst="ellipse">
            <a:avLst/>
          </a:prstGeom>
          <a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27320" y="4235451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7548118" y="2286000"/>
            <a:ext cx="1737360" cy="1737360"/>
          </a:xfrm>
          <a:prstGeom prst="ellipse">
            <a:avLst/>
          </a:prstGeom>
          <a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insert44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548118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4DC3400-0B11-4EA0-9B8D-6FADE6964F37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 bwMode="ltGray">
          <a:xfrm>
            <a:off x="9869423" y="2286000"/>
            <a:ext cx="1737360" cy="1737360"/>
          </a:xfrm>
          <a:prstGeom prst="ellipse">
            <a:avLst/>
          </a:prstGeom>
          <a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133C357E-ECC0-485F-9033-5D4DEC8774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869423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18118851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2664">
          <p15:clr>
            <a:srgbClr val="5ACBF0"/>
          </p15:clr>
        </p15:guide>
        <p15:guide id="3" pos="6216">
          <p15:clr>
            <a:srgbClr val="5ACBF0"/>
          </p15:clr>
        </p15:guide>
        <p15:guide id="5" pos="5850">
          <p15:clr>
            <a:srgbClr val="5ACBF0"/>
          </p15:clr>
        </p15:guide>
        <p15:guide id="7" pos="4392">
          <p15:clr>
            <a:srgbClr val="5ACBF0"/>
          </p15:clr>
        </p15:guide>
        <p15:guide id="8" pos="3292">
          <p15:clr>
            <a:srgbClr val="5ACBF0"/>
          </p15:clr>
        </p15:guide>
        <p15:guide id="10" pos="2926">
          <p15:clr>
            <a:srgbClr val="5ACBF0"/>
          </p15:clr>
        </p15:guide>
        <p15:guide id="11" pos="4754">
          <p15:clr>
            <a:srgbClr val="5ACBF0"/>
          </p15:clr>
        </p15:guide>
        <p15:guide id="13" pos="1464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30">
          <p15:clr>
            <a:srgbClr val="5ACBF0"/>
          </p15:clr>
        </p15:guide>
        <p15:guide id="16" orient="horz" pos="2533">
          <p15:clr>
            <a:srgbClr val="5ACBF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E9DBFD9-3E1E-4F19-AF15-56780F9C79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56100" y="2309812"/>
            <a:ext cx="7253288" cy="3959223"/>
          </a:xfrm>
        </p:spPr>
        <p:txBody>
          <a:bodyPr anchor="t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85216" y="2019300"/>
            <a:ext cx="3182112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9D8AF80-CAD5-4055-80AD-0B31EBCB52A9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F1A9F7D-F14E-4BCE-9EB4-D9EF47B678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354523" y="2019300"/>
            <a:ext cx="7254865" cy="0"/>
          </a:xfrm>
          <a:prstGeom prst="line">
            <a:avLst/>
          </a:prstGeom>
          <a:ln w="19050">
            <a:solidFill>
              <a:schemeClr val="tx1">
                <a:alpha val="3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2">
            <a:extLst>
              <a:ext uri="{FF2B5EF4-FFF2-40B4-BE49-F238E27FC236}">
                <a16:creationId xmlns:a16="http://schemas.microsoft.com/office/drawing/2014/main" id="{569652A2-E29C-BE8D-BDD3-DE79D7CD36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2309811"/>
            <a:ext cx="3179065" cy="553998"/>
          </a:xfrm>
        </p:spPr>
        <p:txBody>
          <a:bodyPr anchor="t" anchorCtr="0"/>
          <a:lstStyle>
            <a:lvl1pPr>
              <a:defRPr/>
            </a:lvl1pPr>
          </a:lstStyle>
          <a:p>
            <a:r>
              <a:rPr lang="en-US"/>
              <a:t>Title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33689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1272">
          <p15:clr>
            <a:srgbClr val="5ACBF0"/>
          </p15:clr>
        </p15:guide>
        <p15:guide id="30" pos="2376">
          <p15:clr>
            <a:srgbClr val="5ACBF0"/>
          </p15:clr>
        </p15:guide>
        <p15:guide id="32" orient="horz" pos="1455">
          <p15:clr>
            <a:srgbClr val="5ACBF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585788"/>
            <a:ext cx="6667500" cy="5683249"/>
          </a:xfrm>
        </p:spPr>
        <p:txBody>
          <a:bodyPr anchor="ctr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356100" y="2578100"/>
            <a:ext cx="0" cy="170180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0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E92A3BC-F5A8-2DAA-DD0D-D13234BCD4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3150413"/>
            <a:ext cx="3080909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Title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568950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text side by s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585789"/>
            <a:ext cx="1873779" cy="2843212"/>
          </a:xfrm>
        </p:spPr>
        <p:txBody>
          <a:bodyPr anchor="t">
            <a:noAutofit/>
          </a:bodyPr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663207-1A18-AE82-9D0F-35CDCAABAD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457200"/>
            <a:ext cx="2999889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Title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161513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6C194-5DF2-7441-B8B3-5C47E35F2F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70387" y="585789"/>
            <a:ext cx="1589088" cy="2843212"/>
          </a:xfrm>
        </p:spPr>
        <p:txBody>
          <a:bodyPr anchor="t">
            <a:noAutofit/>
          </a:bodyPr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A8C8003-FE11-344B-91A7-BA3F99AD5E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192963" y="585789"/>
            <a:ext cx="1584325" cy="2843212"/>
          </a:xfrm>
        </p:spPr>
        <p:txBody>
          <a:bodyPr anchor="t">
            <a:noAutofit/>
          </a:bodyPr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BBB0E468-375A-A74A-AD5E-EDC93E485E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70387" y="3429000"/>
            <a:ext cx="1589088" cy="2843212"/>
          </a:xfrm>
        </p:spPr>
        <p:txBody>
          <a:bodyPr anchor="t">
            <a:noAutofit/>
          </a:bodyPr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3306775-7E51-4F44-B99E-7E1D443B99E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92963" y="3429000"/>
            <a:ext cx="1584325" cy="2843212"/>
          </a:xfrm>
        </p:spPr>
        <p:txBody>
          <a:bodyPr anchor="t">
            <a:noAutofit/>
          </a:bodyPr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1E6FE8E-4450-8545-9451-92092591B4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0013950" y="585789"/>
            <a:ext cx="1595438" cy="2843212"/>
          </a:xfrm>
        </p:spPr>
        <p:txBody>
          <a:bodyPr anchor="t">
            <a:noAutofit/>
          </a:bodyPr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B006F60D-85D6-E049-BDFC-888F7E8E95E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013950" y="3429000"/>
            <a:ext cx="1595438" cy="2843212"/>
          </a:xfrm>
        </p:spPr>
        <p:txBody>
          <a:bodyPr anchor="t">
            <a:noAutofit/>
          </a:bodyPr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699DD0A3-990A-8748-1537-7378C60190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457200"/>
            <a:ext cx="288414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Title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7267257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Title 3 Column Righ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68E03-1EA0-214F-BDD2-BA223F1D45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4" y="585788"/>
            <a:ext cx="2534350" cy="548745"/>
          </a:xfrm>
        </p:spPr>
        <p:txBody>
          <a:bodyPr anchor="t">
            <a:noAutofit/>
          </a:bodyPr>
          <a:lstStyle>
            <a:lvl1pPr>
              <a:defRPr sz="2800">
                <a:gradFill>
                  <a:gsLst>
                    <a:gs pos="0">
                      <a:schemeClr val="accent1"/>
                    </a:gs>
                    <a:gs pos="100000">
                      <a:schemeClr val="accent3"/>
                    </a:gs>
                  </a:gsLst>
                  <a:lin ang="2400000" scaled="0"/>
                </a:gra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6C194-5DF2-7441-B8B3-5C47E35F2F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70387" y="961465"/>
            <a:ext cx="1589088" cy="2413747"/>
          </a:xfrm>
        </p:spPr>
        <p:txBody>
          <a:bodyPr anchor="t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A8C8003-FE11-344B-91A7-BA3F99AD5E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192963" y="961465"/>
            <a:ext cx="1584325" cy="2413747"/>
          </a:xfrm>
        </p:spPr>
        <p:txBody>
          <a:bodyPr anchor="t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BBB0E468-375A-A74A-AD5E-EDC93E485E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70387" y="3818966"/>
            <a:ext cx="1589088" cy="2453246"/>
          </a:xfrm>
        </p:spPr>
        <p:txBody>
          <a:bodyPr anchor="t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3306775-7E51-4F44-B99E-7E1D443B99E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92963" y="3818965"/>
            <a:ext cx="1584325" cy="2453247"/>
          </a:xfrm>
        </p:spPr>
        <p:txBody>
          <a:bodyPr anchor="t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1E6FE8E-4450-8545-9451-92092591B4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0013950" y="968188"/>
            <a:ext cx="1595438" cy="2413747"/>
          </a:xfrm>
        </p:spPr>
        <p:txBody>
          <a:bodyPr anchor="t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B006F60D-85D6-E049-BDFC-888F7E8E95E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013950" y="3832412"/>
            <a:ext cx="1595438" cy="2439800"/>
          </a:xfrm>
        </p:spPr>
        <p:txBody>
          <a:bodyPr anchor="t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C8AF00F-83DA-104D-A2BF-D2C439FE9B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70387" y="585789"/>
            <a:ext cx="1587600" cy="360000"/>
          </a:xfrm>
        </p:spPr>
        <p:txBody>
          <a:bodyPr anchor="b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4A44678-F325-7746-8C84-E6F44D50576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192962" y="585789"/>
            <a:ext cx="1584326" cy="360000"/>
          </a:xfrm>
        </p:spPr>
        <p:txBody>
          <a:bodyPr anchor="b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2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0EF3CCAA-003D-324C-9FAA-5B5DC19336A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013950" y="585789"/>
            <a:ext cx="1595438" cy="360000"/>
          </a:xfrm>
        </p:spPr>
        <p:txBody>
          <a:bodyPr anchor="b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3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2BCACD0-0017-9A49-9325-DCBC40CB2C2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71875" y="3442448"/>
            <a:ext cx="1587600" cy="360000"/>
          </a:xfrm>
        </p:spPr>
        <p:txBody>
          <a:bodyPr anchor="b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4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E251C719-BC21-8C4B-9DBC-6E80CFA162A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98939" y="3442447"/>
            <a:ext cx="1584326" cy="360000"/>
          </a:xfrm>
        </p:spPr>
        <p:txBody>
          <a:bodyPr anchor="b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5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F4273179-F1BC-0844-A024-D6A32BBE63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013950" y="3453944"/>
            <a:ext cx="1595438" cy="360000"/>
          </a:xfrm>
        </p:spPr>
        <p:txBody>
          <a:bodyPr anchor="b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6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6C6A35A-94DF-F144-AECD-CDD578CC4A7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84200" y="1436688"/>
            <a:ext cx="2538413" cy="1249573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228600" indent="0">
              <a:buNone/>
              <a:defRPr sz="1400">
                <a:solidFill>
                  <a:schemeClr val="bg1"/>
                </a:solidFill>
              </a:defRPr>
            </a:lvl2pPr>
            <a:lvl3pPr marL="457200" indent="0">
              <a:buNone/>
              <a:defRPr sz="1400">
                <a:solidFill>
                  <a:schemeClr val="bg1"/>
                </a:solidFill>
              </a:defRPr>
            </a:lvl3pPr>
            <a:lvl4pPr marL="661988" indent="0">
              <a:buNone/>
              <a:defRPr sz="1400">
                <a:solidFill>
                  <a:schemeClr val="bg1"/>
                </a:solidFill>
              </a:defRPr>
            </a:lvl4pPr>
            <a:lvl5pPr marL="855663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711636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8" orient="horz" pos="905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ackground pattern&#10;&#10;Description automatically generated">
            <a:extLst>
              <a:ext uri="{FF2B5EF4-FFF2-40B4-BE49-F238E27FC236}">
                <a16:creationId xmlns:a16="http://schemas.microsoft.com/office/drawing/2014/main" id="{8C5A4B86-3999-CC4D-1925-487D3FA19B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271"/>
          <a:stretch/>
        </p:blipFill>
        <p:spPr>
          <a:xfrm>
            <a:off x="0" y="0"/>
            <a:ext cx="435610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22A3B09-F7BC-3C2B-081B-BD1E3B3A5FF6}"/>
              </a:ext>
            </a:extLst>
          </p:cNvPr>
          <p:cNvSpPr/>
          <p:nvPr userDrawn="1"/>
        </p:nvSpPr>
        <p:spPr bwMode="auto">
          <a:xfrm>
            <a:off x="0" y="0"/>
            <a:ext cx="4356100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8"/>
            <a:ext cx="3182027" cy="3118624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585788"/>
            <a:ext cx="6667500" cy="5683249"/>
          </a:xfrm>
        </p:spPr>
        <p:txBody>
          <a:bodyPr anchor="t">
            <a:noAutofit/>
          </a:bodyPr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60293179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multi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Background pattern&#10;&#10;Description automatically generated">
            <a:extLst>
              <a:ext uri="{FF2B5EF4-FFF2-40B4-BE49-F238E27FC236}">
                <a16:creationId xmlns:a16="http://schemas.microsoft.com/office/drawing/2014/main" id="{B488C947-40F3-D142-3309-D0AE6BEAD3A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271"/>
          <a:stretch/>
        </p:blipFill>
        <p:spPr>
          <a:xfrm>
            <a:off x="-11956" y="0"/>
            <a:ext cx="435610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5BB20F6-3BF0-1EF8-34BB-53E93F577668}"/>
              </a:ext>
            </a:extLst>
          </p:cNvPr>
          <p:cNvSpPr/>
          <p:nvPr userDrawn="1"/>
        </p:nvSpPr>
        <p:spPr bwMode="auto">
          <a:xfrm>
            <a:off x="0" y="0"/>
            <a:ext cx="4356100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8"/>
            <a:ext cx="3182027" cy="3118624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A7F7DDB-BF21-0B40-8DBB-D5BC0B4C25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41888" y="1258018"/>
            <a:ext cx="2605087" cy="1323439"/>
          </a:xfrm>
        </p:spPr>
        <p:txBody>
          <a:bodyPr/>
          <a:lstStyle>
            <a:lvl1pPr marL="0" indent="0">
              <a:buNone/>
              <a:defRPr sz="1400">
                <a:latin typeface="+mj-lt"/>
              </a:defRPr>
            </a:lvl1pPr>
            <a:lvl2pPr marL="9525" indent="0">
              <a:buNone/>
              <a:tabLst/>
              <a:defRPr sz="1200">
                <a:solidFill>
                  <a:schemeClr val="accent6"/>
                </a:solidFill>
                <a:latin typeface="+mn-lt"/>
              </a:defRPr>
            </a:lvl2pPr>
            <a:lvl3pPr marL="457200" indent="0">
              <a:buNone/>
              <a:defRPr sz="1200">
                <a:latin typeface="+mn-lt"/>
              </a:defRPr>
            </a:lvl3pPr>
            <a:lvl4pPr marL="661988" indent="0">
              <a:buNone/>
              <a:defRPr sz="1200">
                <a:latin typeface="+mn-lt"/>
              </a:defRPr>
            </a:lvl4pPr>
            <a:lvl5pPr marL="855663" indent="0">
              <a:buNone/>
              <a:defRPr sz="1200">
                <a:latin typeface="+mn-lt"/>
              </a:defRPr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  <a:p>
            <a:pPr lvl="1"/>
            <a:r>
              <a:rPr lang="en-US"/>
              <a:t>Title</a:t>
            </a:r>
          </a:p>
          <a:p>
            <a:pPr lvl="1"/>
            <a:endParaRPr lang="en-US"/>
          </a:p>
          <a:p>
            <a:pPr lvl="1"/>
            <a:r>
              <a:rPr lang="en-US"/>
              <a:t>m: xxx-xxx-</a:t>
            </a:r>
            <a:r>
              <a:rPr lang="en-US" err="1"/>
              <a:t>xxxx</a:t>
            </a:r>
            <a:endParaRPr lang="en-US"/>
          </a:p>
          <a:p>
            <a:pPr lvl="1"/>
            <a:r>
              <a:rPr lang="en-US"/>
              <a:t>t: xxx-xxx-</a:t>
            </a:r>
            <a:r>
              <a:rPr lang="en-US" err="1"/>
              <a:t>xxxx</a:t>
            </a:r>
            <a:endParaRPr lang="en-US"/>
          </a:p>
          <a:p>
            <a:pPr lvl="1"/>
            <a:r>
              <a:rPr lang="en-US"/>
              <a:t>e: </a:t>
            </a:r>
            <a:r>
              <a:rPr lang="en-US" err="1"/>
              <a:t>xxxxxxxxxxxxxxxxx@microsoft.com</a:t>
            </a:r>
            <a:endParaRPr lang="en-US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BDDDD90-9BFD-D94C-A026-A013126F23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688288" y="1258018"/>
            <a:ext cx="2605087" cy="1323439"/>
          </a:xfrm>
        </p:spPr>
        <p:txBody>
          <a:bodyPr/>
          <a:lstStyle>
            <a:lvl1pPr marL="0" indent="0">
              <a:buNone/>
              <a:defRPr sz="1400">
                <a:latin typeface="+mj-lt"/>
              </a:defRPr>
            </a:lvl1pPr>
            <a:lvl2pPr marL="9525" indent="0">
              <a:buNone/>
              <a:tabLst/>
              <a:defRPr sz="1200">
                <a:solidFill>
                  <a:schemeClr val="accent6"/>
                </a:solidFill>
                <a:latin typeface="+mn-lt"/>
              </a:defRPr>
            </a:lvl2pPr>
            <a:lvl3pPr marL="457200" indent="0">
              <a:buNone/>
              <a:defRPr sz="1200">
                <a:latin typeface="+mn-lt"/>
              </a:defRPr>
            </a:lvl3pPr>
            <a:lvl4pPr marL="661988" indent="0">
              <a:buNone/>
              <a:defRPr sz="1200">
                <a:latin typeface="+mn-lt"/>
              </a:defRPr>
            </a:lvl4pPr>
            <a:lvl5pPr marL="855663" indent="0">
              <a:buNone/>
              <a:defRPr sz="1200">
                <a:latin typeface="+mn-lt"/>
              </a:defRPr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  <a:p>
            <a:pPr lvl="1"/>
            <a:r>
              <a:rPr lang="en-US"/>
              <a:t>Title</a:t>
            </a:r>
          </a:p>
          <a:p>
            <a:pPr lvl="1"/>
            <a:endParaRPr lang="en-US"/>
          </a:p>
          <a:p>
            <a:pPr lvl="1"/>
            <a:r>
              <a:rPr lang="en-US"/>
              <a:t>m: xxx-xxx-</a:t>
            </a:r>
            <a:r>
              <a:rPr lang="en-US" err="1"/>
              <a:t>xxxx</a:t>
            </a:r>
            <a:endParaRPr lang="en-US"/>
          </a:p>
          <a:p>
            <a:pPr lvl="1"/>
            <a:r>
              <a:rPr lang="en-US"/>
              <a:t>t: xxx-xxx-</a:t>
            </a:r>
            <a:r>
              <a:rPr lang="en-US" err="1"/>
              <a:t>xxxx</a:t>
            </a:r>
            <a:endParaRPr lang="en-US"/>
          </a:p>
          <a:p>
            <a:pPr lvl="1"/>
            <a:r>
              <a:rPr lang="en-US"/>
              <a:t>e: </a:t>
            </a:r>
            <a:r>
              <a:rPr lang="en-US" err="1"/>
              <a:t>xxxxxxxxxxxxxxxxx@microsoft.com</a:t>
            </a:r>
            <a:endParaRPr lang="en-US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232B6EB5-03C8-914E-9180-000AE9B40A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41988" y="2960688"/>
            <a:ext cx="2605087" cy="1323439"/>
          </a:xfrm>
        </p:spPr>
        <p:txBody>
          <a:bodyPr/>
          <a:lstStyle>
            <a:lvl1pPr marL="0" indent="0">
              <a:buNone/>
              <a:defRPr sz="1400">
                <a:latin typeface="+mj-lt"/>
              </a:defRPr>
            </a:lvl1pPr>
            <a:lvl2pPr marL="9525" indent="0">
              <a:buNone/>
              <a:tabLst/>
              <a:defRPr sz="1200">
                <a:solidFill>
                  <a:schemeClr val="accent6"/>
                </a:solidFill>
                <a:latin typeface="+mn-lt"/>
              </a:defRPr>
            </a:lvl2pPr>
            <a:lvl3pPr marL="457200" indent="0">
              <a:buNone/>
              <a:defRPr sz="1200">
                <a:latin typeface="+mn-lt"/>
              </a:defRPr>
            </a:lvl3pPr>
            <a:lvl4pPr marL="661988" indent="0">
              <a:buNone/>
              <a:defRPr sz="1200">
                <a:latin typeface="+mn-lt"/>
              </a:defRPr>
            </a:lvl4pPr>
            <a:lvl5pPr marL="855663" indent="0">
              <a:buNone/>
              <a:defRPr sz="1200">
                <a:latin typeface="+mn-lt"/>
              </a:defRPr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  <a:p>
            <a:pPr lvl="1"/>
            <a:r>
              <a:rPr lang="en-US"/>
              <a:t>Title</a:t>
            </a:r>
          </a:p>
          <a:p>
            <a:pPr lvl="1"/>
            <a:endParaRPr lang="en-US"/>
          </a:p>
          <a:p>
            <a:pPr lvl="1"/>
            <a:r>
              <a:rPr lang="en-US"/>
              <a:t>m: xxx-xxx-</a:t>
            </a:r>
            <a:r>
              <a:rPr lang="en-US" err="1"/>
              <a:t>xxxx</a:t>
            </a:r>
            <a:endParaRPr lang="en-US"/>
          </a:p>
          <a:p>
            <a:pPr lvl="1"/>
            <a:r>
              <a:rPr lang="en-US"/>
              <a:t>t: xxx-xxx-</a:t>
            </a:r>
            <a:r>
              <a:rPr lang="en-US" err="1"/>
              <a:t>xxxx</a:t>
            </a:r>
            <a:endParaRPr lang="en-US"/>
          </a:p>
          <a:p>
            <a:pPr lvl="1"/>
            <a:r>
              <a:rPr lang="en-US"/>
              <a:t>e: </a:t>
            </a:r>
            <a:r>
              <a:rPr lang="en-US" err="1"/>
              <a:t>xxxxxxxxxxxxxxxxx@microsoft.com</a:t>
            </a:r>
            <a:endParaRPr lang="en-US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E05CAB66-4649-1E49-8948-4B95A4DA20C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688388" y="2960688"/>
            <a:ext cx="2605087" cy="1323439"/>
          </a:xfrm>
        </p:spPr>
        <p:txBody>
          <a:bodyPr/>
          <a:lstStyle>
            <a:lvl1pPr marL="0" indent="0">
              <a:buNone/>
              <a:defRPr sz="1400">
                <a:latin typeface="+mj-lt"/>
              </a:defRPr>
            </a:lvl1pPr>
            <a:lvl2pPr marL="9525" indent="0">
              <a:buNone/>
              <a:tabLst/>
              <a:defRPr sz="1200">
                <a:solidFill>
                  <a:schemeClr val="accent6"/>
                </a:solidFill>
                <a:latin typeface="+mn-lt"/>
              </a:defRPr>
            </a:lvl2pPr>
            <a:lvl3pPr marL="457200" indent="0">
              <a:buNone/>
              <a:defRPr sz="1200">
                <a:latin typeface="+mn-lt"/>
              </a:defRPr>
            </a:lvl3pPr>
            <a:lvl4pPr marL="661988" indent="0">
              <a:buNone/>
              <a:defRPr sz="1200">
                <a:latin typeface="+mn-lt"/>
              </a:defRPr>
            </a:lvl4pPr>
            <a:lvl5pPr marL="855663" indent="0">
              <a:buNone/>
              <a:defRPr sz="1200">
                <a:latin typeface="+mn-lt"/>
              </a:defRPr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  <a:p>
            <a:pPr lvl="1"/>
            <a:r>
              <a:rPr lang="en-US"/>
              <a:t>Title</a:t>
            </a:r>
          </a:p>
          <a:p>
            <a:pPr lvl="1"/>
            <a:endParaRPr lang="en-US"/>
          </a:p>
          <a:p>
            <a:pPr lvl="1"/>
            <a:r>
              <a:rPr lang="en-US"/>
              <a:t>m: xxx-xxx-</a:t>
            </a:r>
            <a:r>
              <a:rPr lang="en-US" err="1"/>
              <a:t>xxxx</a:t>
            </a:r>
            <a:endParaRPr lang="en-US"/>
          </a:p>
          <a:p>
            <a:pPr lvl="1"/>
            <a:r>
              <a:rPr lang="en-US"/>
              <a:t>t: xxx-xxx-</a:t>
            </a:r>
            <a:r>
              <a:rPr lang="en-US" err="1"/>
              <a:t>xxxx</a:t>
            </a:r>
            <a:endParaRPr lang="en-US"/>
          </a:p>
          <a:p>
            <a:pPr lvl="1"/>
            <a:r>
              <a:rPr lang="en-US"/>
              <a:t>e: </a:t>
            </a:r>
            <a:r>
              <a:rPr lang="en-US" err="1"/>
              <a:t>xxxxxxxxxxxxxxxxx@microsoft.com</a:t>
            </a:r>
            <a:endParaRPr lang="en-US"/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42F89A67-E82E-F843-9DEB-23D191BCA6D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41988" y="4545013"/>
            <a:ext cx="2605087" cy="1323439"/>
          </a:xfrm>
        </p:spPr>
        <p:txBody>
          <a:bodyPr/>
          <a:lstStyle>
            <a:lvl1pPr marL="0" indent="0">
              <a:buNone/>
              <a:defRPr sz="1400">
                <a:latin typeface="+mj-lt"/>
              </a:defRPr>
            </a:lvl1pPr>
            <a:lvl2pPr marL="9525" indent="0">
              <a:buNone/>
              <a:tabLst/>
              <a:defRPr sz="1200">
                <a:solidFill>
                  <a:schemeClr val="accent6"/>
                </a:solidFill>
                <a:latin typeface="+mn-lt"/>
              </a:defRPr>
            </a:lvl2pPr>
            <a:lvl3pPr marL="457200" indent="0">
              <a:buNone/>
              <a:defRPr sz="1200">
                <a:latin typeface="+mn-lt"/>
              </a:defRPr>
            </a:lvl3pPr>
            <a:lvl4pPr marL="661988" indent="0">
              <a:buNone/>
              <a:defRPr sz="1200">
                <a:latin typeface="+mn-lt"/>
              </a:defRPr>
            </a:lvl4pPr>
            <a:lvl5pPr marL="855663" indent="0">
              <a:buNone/>
              <a:defRPr sz="1200">
                <a:latin typeface="+mn-lt"/>
              </a:defRPr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  <a:p>
            <a:pPr lvl="1"/>
            <a:r>
              <a:rPr lang="en-US"/>
              <a:t>Title</a:t>
            </a:r>
          </a:p>
          <a:p>
            <a:pPr lvl="1"/>
            <a:endParaRPr lang="en-US"/>
          </a:p>
          <a:p>
            <a:pPr lvl="1"/>
            <a:r>
              <a:rPr lang="en-US"/>
              <a:t>m: xxx-xxx-</a:t>
            </a:r>
            <a:r>
              <a:rPr lang="en-US" err="1"/>
              <a:t>xxxx</a:t>
            </a:r>
            <a:endParaRPr lang="en-US"/>
          </a:p>
          <a:p>
            <a:pPr lvl="1"/>
            <a:r>
              <a:rPr lang="en-US"/>
              <a:t>t: xxx-xxx-</a:t>
            </a:r>
            <a:r>
              <a:rPr lang="en-US" err="1"/>
              <a:t>xxxx</a:t>
            </a:r>
            <a:endParaRPr lang="en-US"/>
          </a:p>
          <a:p>
            <a:pPr lvl="1"/>
            <a:r>
              <a:rPr lang="en-US"/>
              <a:t>e: </a:t>
            </a:r>
            <a:r>
              <a:rPr lang="en-US" err="1"/>
              <a:t>xxxxxxxxxxxxxxxxx@microsoft.com</a:t>
            </a:r>
            <a:endParaRPr lang="en-US"/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0B8598BC-5AC5-AD4D-A8E2-20CD9CD176B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688388" y="4545013"/>
            <a:ext cx="2605087" cy="1323439"/>
          </a:xfrm>
        </p:spPr>
        <p:txBody>
          <a:bodyPr/>
          <a:lstStyle>
            <a:lvl1pPr marL="0" indent="0">
              <a:buNone/>
              <a:defRPr sz="1400">
                <a:latin typeface="+mj-lt"/>
              </a:defRPr>
            </a:lvl1pPr>
            <a:lvl2pPr marL="9525" indent="0">
              <a:buNone/>
              <a:tabLst/>
              <a:defRPr sz="1200">
                <a:solidFill>
                  <a:schemeClr val="accent6"/>
                </a:solidFill>
                <a:latin typeface="+mn-lt"/>
              </a:defRPr>
            </a:lvl2pPr>
            <a:lvl3pPr marL="457200" indent="0">
              <a:buNone/>
              <a:defRPr sz="1200">
                <a:latin typeface="+mn-lt"/>
              </a:defRPr>
            </a:lvl3pPr>
            <a:lvl4pPr marL="661988" indent="0">
              <a:buNone/>
              <a:defRPr sz="1200">
                <a:latin typeface="+mn-lt"/>
              </a:defRPr>
            </a:lvl4pPr>
            <a:lvl5pPr marL="855663" indent="0">
              <a:buNone/>
              <a:defRPr sz="1200">
                <a:latin typeface="+mn-lt"/>
              </a:defRPr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  <a:p>
            <a:pPr lvl="1"/>
            <a:r>
              <a:rPr lang="en-US"/>
              <a:t>Title</a:t>
            </a:r>
          </a:p>
          <a:p>
            <a:pPr lvl="1"/>
            <a:endParaRPr lang="en-US"/>
          </a:p>
          <a:p>
            <a:pPr lvl="1"/>
            <a:r>
              <a:rPr lang="en-US"/>
              <a:t>m: xxx-xxx-</a:t>
            </a:r>
            <a:r>
              <a:rPr lang="en-US" err="1"/>
              <a:t>xxxx</a:t>
            </a:r>
            <a:endParaRPr lang="en-US"/>
          </a:p>
          <a:p>
            <a:pPr lvl="1"/>
            <a:r>
              <a:rPr lang="en-US"/>
              <a:t>t: xxx-xxx-</a:t>
            </a:r>
            <a:r>
              <a:rPr lang="en-US" err="1"/>
              <a:t>xxxx</a:t>
            </a:r>
            <a:endParaRPr lang="en-US"/>
          </a:p>
          <a:p>
            <a:pPr lvl="1"/>
            <a:r>
              <a:rPr lang="en-US"/>
              <a:t>e: </a:t>
            </a:r>
            <a:r>
              <a:rPr lang="en-US" err="1"/>
              <a:t>xxxxxxxxxxxxxxxxx@microsoft.com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88807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  <p15:guide id="32" pos="5473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multi colum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Background pattern&#10;&#10;Description automatically generated">
            <a:extLst>
              <a:ext uri="{FF2B5EF4-FFF2-40B4-BE49-F238E27FC236}">
                <a16:creationId xmlns:a16="http://schemas.microsoft.com/office/drawing/2014/main" id="{FBA90455-9809-B6D8-2D41-0929AEE07C1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271"/>
          <a:stretch/>
        </p:blipFill>
        <p:spPr>
          <a:xfrm>
            <a:off x="0" y="0"/>
            <a:ext cx="435610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5F2023B-7AE5-69C3-01A0-9B1BB63BF268}"/>
              </a:ext>
            </a:extLst>
          </p:cNvPr>
          <p:cNvSpPr/>
          <p:nvPr userDrawn="1"/>
        </p:nvSpPr>
        <p:spPr bwMode="auto">
          <a:xfrm>
            <a:off x="0" y="0"/>
            <a:ext cx="4356100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8"/>
            <a:ext cx="3182027" cy="3118624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Resources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8F144F22-0BD6-9648-A319-DDB697CF396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88289" y="718472"/>
            <a:ext cx="2921100" cy="549890"/>
          </a:xfrm>
        </p:spPr>
        <p:txBody>
          <a:bodyPr/>
          <a:lstStyle>
            <a:lvl1pPr marL="0" indent="0">
              <a:buNone/>
              <a:defRPr sz="2400">
                <a:latin typeface="+mj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Resource type</a:t>
            </a:r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5CF58F7B-2211-6646-985A-CAD949B1B5E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688288" y="1346405"/>
            <a:ext cx="2921101" cy="473976"/>
          </a:xfrm>
        </p:spPr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  <a:lvl2pPr marL="228600" indent="0">
              <a:buNone/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/>
              <a:t>Resource name</a:t>
            </a:r>
          </a:p>
          <a:p>
            <a:pPr lvl="0"/>
            <a:r>
              <a:rPr lang="en-US"/>
              <a:t>Resource name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05EE505-078A-9D4D-AB44-E74DDB284FD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43872" y="718472"/>
            <a:ext cx="2921100" cy="549890"/>
          </a:xfrm>
        </p:spPr>
        <p:txBody>
          <a:bodyPr/>
          <a:lstStyle>
            <a:lvl1pPr marL="0" indent="0">
              <a:buNone/>
              <a:defRPr sz="2400">
                <a:latin typeface="+mj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Resource type</a:t>
            </a:r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C8C6E084-6AAE-1F47-A359-9627696369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943871" y="1346405"/>
            <a:ext cx="2921101" cy="473976"/>
          </a:xfrm>
        </p:spPr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  <a:lvl2pPr marL="228600" indent="0">
              <a:buNone/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/>
              <a:t>Resource name</a:t>
            </a:r>
          </a:p>
          <a:p>
            <a:pPr lvl="0"/>
            <a:r>
              <a:rPr lang="en-US"/>
              <a:t>Resource name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1028C337-4BBC-0847-9E7B-072AA5006B6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688388" y="2528888"/>
            <a:ext cx="2921100" cy="549890"/>
          </a:xfrm>
        </p:spPr>
        <p:txBody>
          <a:bodyPr/>
          <a:lstStyle>
            <a:lvl1pPr marL="0" indent="0">
              <a:buNone/>
              <a:defRPr sz="2400">
                <a:latin typeface="+mj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Resource type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3CA908C0-CC26-994C-BCBB-16677F403D5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688387" y="3156821"/>
            <a:ext cx="2921101" cy="473976"/>
          </a:xfrm>
        </p:spPr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  <a:lvl2pPr marL="228600" indent="0">
              <a:buNone/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/>
              <a:t>Resource name</a:t>
            </a:r>
          </a:p>
          <a:p>
            <a:pPr lvl="0"/>
            <a:r>
              <a:rPr lang="en-US"/>
              <a:t>Resource name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2DF3FE50-082A-0948-BD94-1E474F8B665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43971" y="2528888"/>
            <a:ext cx="2921100" cy="549890"/>
          </a:xfrm>
        </p:spPr>
        <p:txBody>
          <a:bodyPr/>
          <a:lstStyle>
            <a:lvl1pPr marL="0" indent="0">
              <a:buNone/>
              <a:defRPr sz="2400">
                <a:latin typeface="+mj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Resource type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51B46850-7DCD-C045-8688-B3173EA7128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43970" y="3156821"/>
            <a:ext cx="2921101" cy="473976"/>
          </a:xfrm>
        </p:spPr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  <a:lvl2pPr marL="228600" indent="0">
              <a:buNone/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/>
              <a:t>Resource name</a:t>
            </a:r>
          </a:p>
          <a:p>
            <a:pPr lvl="0"/>
            <a:r>
              <a:rPr lang="en-US"/>
              <a:t>Resource name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2281B86D-86C4-EF4D-8E51-FA06DC5C129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88388" y="4508500"/>
            <a:ext cx="2921100" cy="549890"/>
          </a:xfrm>
        </p:spPr>
        <p:txBody>
          <a:bodyPr/>
          <a:lstStyle>
            <a:lvl1pPr marL="0" indent="0">
              <a:buNone/>
              <a:defRPr sz="2400">
                <a:latin typeface="+mj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Resource type</a:t>
            </a:r>
          </a:p>
        </p:txBody>
      </p:sp>
      <p:sp>
        <p:nvSpPr>
          <p:cNvPr id="38" name="Text Placeholder 7">
            <a:extLst>
              <a:ext uri="{FF2B5EF4-FFF2-40B4-BE49-F238E27FC236}">
                <a16:creationId xmlns:a16="http://schemas.microsoft.com/office/drawing/2014/main" id="{CD7C6A60-8B27-F941-BE59-3393319E04A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88387" y="5136433"/>
            <a:ext cx="2921101" cy="473976"/>
          </a:xfrm>
        </p:spPr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  <a:lvl2pPr marL="228600" indent="0">
              <a:buNone/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/>
              <a:t>Resource name</a:t>
            </a:r>
          </a:p>
          <a:p>
            <a:pPr lvl="0"/>
            <a:r>
              <a:rPr lang="en-US"/>
              <a:t>Resource name</a:t>
            </a:r>
          </a:p>
        </p:txBody>
      </p: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65525191-F6B4-544C-B681-5D4D7614A7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43971" y="4508500"/>
            <a:ext cx="2921100" cy="549890"/>
          </a:xfrm>
        </p:spPr>
        <p:txBody>
          <a:bodyPr/>
          <a:lstStyle>
            <a:lvl1pPr marL="0" indent="0">
              <a:buNone/>
              <a:defRPr sz="2400">
                <a:latin typeface="+mj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Resource type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382BF458-E658-2448-A63F-544B4E75761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943970" y="5136433"/>
            <a:ext cx="2921101" cy="473976"/>
          </a:xfrm>
        </p:spPr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  <a:lvl2pPr marL="228600" indent="0">
              <a:buNone/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/>
              <a:t>Resource name</a:t>
            </a:r>
          </a:p>
          <a:p>
            <a:pPr lvl="0"/>
            <a:r>
              <a:rPr lang="en-US"/>
              <a:t>Resource name</a:t>
            </a:r>
          </a:p>
        </p:txBody>
      </p:sp>
    </p:spTree>
    <p:extLst>
      <p:ext uri="{BB962C8B-B14F-4D97-AF65-F5344CB8AC3E}">
        <p14:creationId xmlns:p14="http://schemas.microsoft.com/office/powerpoint/2010/main" val="253181268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  <p15:guide id="32" pos="5473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0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ackground pattern&#10;&#10;Description automatically generated">
            <a:extLst>
              <a:ext uri="{FF2B5EF4-FFF2-40B4-BE49-F238E27FC236}">
                <a16:creationId xmlns:a16="http://schemas.microsoft.com/office/drawing/2014/main" id="{82217560-9E17-DBA8-D5FA-9ED06F30B03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751"/>
          <a:stretch/>
        </p:blipFill>
        <p:spPr>
          <a:xfrm>
            <a:off x="0" y="0"/>
            <a:ext cx="7833296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7207726-2370-6483-1AFF-42CB361BBAEA}"/>
              </a:ext>
            </a:extLst>
          </p:cNvPr>
          <p:cNvSpPr/>
          <p:nvPr userDrawn="1"/>
        </p:nvSpPr>
        <p:spPr bwMode="auto">
          <a:xfrm>
            <a:off x="-1" y="0"/>
            <a:ext cx="7833295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145D81-1C8C-4946-BE5C-32EF3FAA542B}"/>
              </a:ext>
            </a:extLst>
          </p:cNvPr>
          <p:cNvSpPr/>
          <p:nvPr userDrawn="1"/>
        </p:nvSpPr>
        <p:spPr bwMode="auto">
          <a:xfrm>
            <a:off x="7835900" y="0"/>
            <a:ext cx="4356100" cy="6858000"/>
          </a:xfrm>
          <a:prstGeom prst="rect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61404" y="585788"/>
            <a:ext cx="3247983" cy="5683249"/>
          </a:xfrm>
        </p:spPr>
        <p:txBody>
          <a:bodyPr anchor="t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31C9FF9-0EE9-A946-8C26-107C9EB0E78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4200" y="1196752"/>
            <a:ext cx="6088063" cy="2232247"/>
          </a:xfrm>
        </p:spPr>
        <p:txBody>
          <a:bodyPr anchor="t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45EB2DC-BE70-8B81-B0B7-6D73ADBFB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457200"/>
            <a:ext cx="6084000" cy="55399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Title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0348095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4929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4566">
          <p15:clr>
            <a:srgbClr val="5ACBF0"/>
          </p15:clr>
        </p15:guide>
        <p15:guide id="31" pos="4203">
          <p15:clr>
            <a:srgbClr val="5ACBF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List">
    <p:bg>
      <p:bgPr>
        <a:gradFill>
          <a:gsLst>
            <a:gs pos="0">
              <a:srgbClr val="120D24"/>
            </a:gs>
            <a:gs pos="100000">
              <a:srgbClr val="290A46"/>
            </a:gs>
          </a:gsLst>
          <a:lin ang="2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E8E3F90-45CE-A83F-3C0D-8D5FC1BBE7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72437A2-AE69-71ED-390F-3AD72B170687}"/>
              </a:ext>
            </a:extLst>
          </p:cNvPr>
          <p:cNvSpPr/>
          <p:nvPr userDrawn="1"/>
        </p:nvSpPr>
        <p:spPr bwMode="auto">
          <a:xfrm>
            <a:off x="3770290" y="585787"/>
            <a:ext cx="7746520" cy="5683249"/>
          </a:xfrm>
          <a:prstGeom prst="roundRect">
            <a:avLst>
              <a:gd name="adj" fmla="val 3567"/>
            </a:avLst>
          </a:prstGeom>
          <a:gradFill>
            <a:gsLst>
              <a:gs pos="0">
                <a:schemeClr val="tx1"/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2400000" scaled="0"/>
          </a:gradFill>
          <a:ln>
            <a:noFill/>
          </a:ln>
          <a:effectLst>
            <a:outerShdw blurRad="279400" dist="38100" dir="2700000" algn="tl" rotWithShape="0">
              <a:prstClr val="black">
                <a:alpha val="3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CA" sz="200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8"/>
            <a:ext cx="2629499" cy="5683250"/>
          </a:xfrm>
        </p:spPr>
        <p:txBody>
          <a:bodyPr anchor="ctr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282311" y="1299377"/>
            <a:ext cx="5651006" cy="645171"/>
          </a:xfrm>
        </p:spPr>
        <p:txBody>
          <a:bodyPr anchor="ctr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51500-7F31-99F7-4E08-706B57C7B9B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82311" y="2504069"/>
            <a:ext cx="5651006" cy="645171"/>
          </a:xfrm>
        </p:spPr>
        <p:txBody>
          <a:bodyPr anchor="ctr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EB930E5-4B0E-6780-ADDA-04A29A4628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282311" y="3708761"/>
            <a:ext cx="5651006" cy="645171"/>
          </a:xfrm>
        </p:spPr>
        <p:txBody>
          <a:bodyPr anchor="ctr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C192156-0C90-14D8-779B-222D86A9A40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82311" y="4913452"/>
            <a:ext cx="5651006" cy="645171"/>
          </a:xfrm>
        </p:spPr>
        <p:txBody>
          <a:bodyPr anchor="ctr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287609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text side by side 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8"/>
            <a:ext cx="3182027" cy="5683250"/>
          </a:xfrm>
        </p:spPr>
        <p:txBody>
          <a:bodyPr anchor="ctr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585788"/>
            <a:ext cx="6667500" cy="5683249"/>
          </a:xfrm>
        </p:spPr>
        <p:txBody>
          <a:bodyPr anchor="ctr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CE60B72-F858-4063-747A-49FFC2B612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356100" y="2578100"/>
            <a:ext cx="0" cy="1701800"/>
          </a:xfrm>
          <a:prstGeom prst="line">
            <a:avLst/>
          </a:prstGeom>
          <a:ln w="57150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0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09223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5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8DDDE60-CF92-3E47-B933-9AD563CFC8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096000" y="1989442"/>
            <a:ext cx="0" cy="2879117"/>
          </a:xfrm>
          <a:prstGeom prst="line">
            <a:avLst/>
          </a:prstGeom>
          <a:ln w="38100">
            <a:gradFill flip="none" rotWithShape="1">
              <a:gsLst>
                <a:gs pos="0">
                  <a:schemeClr val="accent1"/>
                </a:gs>
                <a:gs pos="100000">
                  <a:schemeClr val="accent3"/>
                </a:gs>
              </a:gsLst>
              <a:lin ang="540000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A9E8FB02-E25B-E14D-8924-32CC3949AD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8"/>
            <a:ext cx="4894962" cy="5683250"/>
          </a:xfrm>
        </p:spPr>
        <p:txBody>
          <a:bodyPr anchor="ctr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C74FD3CD-1AFC-E14A-A565-37F4D59C537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72262" y="585788"/>
            <a:ext cx="4937125" cy="5683249"/>
          </a:xfrm>
        </p:spPr>
        <p:txBody>
          <a:bodyPr anchor="ctr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488198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2" pos="369">
          <p15:clr>
            <a:srgbClr val="F26B43"/>
          </p15:clr>
        </p15:guide>
        <p15:guide id="3" orient="horz" pos="366">
          <p15:clr>
            <a:srgbClr val="F26B43"/>
          </p15:clr>
        </p15:guide>
        <p15:guide id="4" pos="7311">
          <p15:clr>
            <a:srgbClr val="F26B43"/>
          </p15:clr>
        </p15:guide>
        <p15:guide id="5" orient="horz" pos="3951">
          <p15:clr>
            <a:srgbClr val="F26B43"/>
          </p15:clr>
        </p15:guide>
        <p15:guide id="16" pos="3749">
          <p15:clr>
            <a:srgbClr val="A4A3A4"/>
          </p15:clr>
        </p15:guide>
        <p15:guide id="17" pos="3931">
          <p15:clr>
            <a:srgbClr val="A4A3A4"/>
          </p15:clr>
        </p15:guide>
        <p15:guide id="28" pos="3840">
          <p15:clr>
            <a:srgbClr val="F26B43"/>
          </p15:clr>
        </p15:guide>
        <p15:guide id="29" pos="3454">
          <p15:clr>
            <a:srgbClr val="FBAE40"/>
          </p15:clr>
        </p15:guide>
        <p15:guide id="30" pos="4203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Large Number Divider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D287FF5-DA2B-6549-A430-2AB0462370E7}"/>
              </a:ext>
            </a:extLst>
          </p:cNvPr>
          <p:cNvSpPr txBox="1"/>
          <p:nvPr userDrawn="1"/>
        </p:nvSpPr>
        <p:spPr>
          <a:xfrm>
            <a:off x="0" y="680485"/>
            <a:ext cx="4356100" cy="6177516"/>
          </a:xfrm>
          <a:prstGeom prst="rect">
            <a:avLst/>
          </a:prstGeom>
          <a:noFill/>
          <a:effectLst>
            <a:outerShdw blurRad="76200" dist="76200" dir="2700000" algn="tl" rotWithShape="0">
              <a:prstClr val="black">
                <a:alpha val="20000"/>
              </a:prstClr>
            </a:outerShdw>
          </a:effectLst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50000" b="1" i="0">
                <a:gradFill>
                  <a:gsLst>
                    <a:gs pos="0">
                      <a:schemeClr val="accent1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chemeClr val="bg1"/>
                </a:solidFill>
              </a:rPr>
              <a:t>ELT layout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60E18D5-0E84-C64E-9599-465CAF6030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41888" y="1307806"/>
            <a:ext cx="6667500" cy="2121194"/>
          </a:xfrm>
        </p:spPr>
        <p:txBody>
          <a:bodyPr anchor="t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Details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39C9626-6AB7-9442-8C32-698E08BC85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41888" y="585788"/>
            <a:ext cx="6667230" cy="714094"/>
          </a:xfrm>
          <a:noFill/>
        </p:spPr>
        <p:txBody>
          <a:bodyPr wrap="square" lIns="0" tIns="0" rIns="0" bIns="0" anchor="t" anchorCtr="0">
            <a:no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8400715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arge Number Divider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chemeClr val="bg1"/>
                </a:solidFill>
              </a:rPr>
              <a:t>ELT layout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287FF5-DA2B-6549-A430-2AB0462370E7}"/>
              </a:ext>
            </a:extLst>
          </p:cNvPr>
          <p:cNvSpPr txBox="1"/>
          <p:nvPr userDrawn="1"/>
        </p:nvSpPr>
        <p:spPr>
          <a:xfrm>
            <a:off x="0" y="680483"/>
            <a:ext cx="4356100" cy="6177517"/>
          </a:xfrm>
          <a:prstGeom prst="rect">
            <a:avLst/>
          </a:prstGeom>
          <a:noFill/>
          <a:effectLst>
            <a:outerShdw blurRad="76200" dist="76200" dir="2700000" algn="tl" rotWithShape="0">
              <a:prstClr val="black">
                <a:alpha val="20000"/>
              </a:prstClr>
            </a:outerShdw>
          </a:effectLst>
        </p:spPr>
        <p:txBody>
          <a:bodyPr wrap="square" lIns="0" tIns="0" rIns="0" bIns="0" rtlCol="0" anchor="t">
            <a:noAutofit/>
          </a:bodyPr>
          <a:lstStyle>
            <a:defPPr>
              <a:defRPr lang="en-US"/>
            </a:defPPr>
            <a:lvl1pPr>
              <a:defRPr sz="50000" b="1" i="0">
                <a:gradFill>
                  <a:gsLst>
                    <a:gs pos="0">
                      <a:schemeClr val="accent1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en-US"/>
              <a:t>2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60E18D5-0E84-C64E-9599-465CAF6030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41888" y="1307806"/>
            <a:ext cx="6667500" cy="2121194"/>
          </a:xfrm>
        </p:spPr>
        <p:txBody>
          <a:bodyPr anchor="t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Details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49666AF-1BFD-C547-B312-5E30EBC9B8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41888" y="585788"/>
            <a:ext cx="6667230" cy="714094"/>
          </a:xfrm>
          <a:noFill/>
        </p:spPr>
        <p:txBody>
          <a:bodyPr wrap="square" lIns="0" tIns="0" rIns="0" bIns="0" anchor="t" anchorCtr="0">
            <a:no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48314609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Large Number Divider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chemeClr val="bg1"/>
                </a:solidFill>
              </a:rPr>
              <a:t>ELT layout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287FF5-DA2B-6549-A430-2AB0462370E7}"/>
              </a:ext>
            </a:extLst>
          </p:cNvPr>
          <p:cNvSpPr txBox="1"/>
          <p:nvPr userDrawn="1"/>
        </p:nvSpPr>
        <p:spPr>
          <a:xfrm>
            <a:off x="0" y="680484"/>
            <a:ext cx="4356100" cy="6177516"/>
          </a:xfrm>
          <a:prstGeom prst="rect">
            <a:avLst/>
          </a:prstGeom>
          <a:noFill/>
          <a:effectLst>
            <a:outerShdw blurRad="76200" dist="76200" dir="2700000" algn="tl" rotWithShape="0">
              <a:prstClr val="black">
                <a:alpha val="20000"/>
              </a:prstClr>
            </a:outerShdw>
          </a:effectLst>
        </p:spPr>
        <p:txBody>
          <a:bodyPr wrap="square" lIns="0" tIns="0" rIns="0" bIns="0" rtlCol="0" anchor="t">
            <a:noAutofit/>
          </a:bodyPr>
          <a:lstStyle>
            <a:defPPr>
              <a:defRPr lang="en-US"/>
            </a:defPPr>
            <a:lvl1pPr>
              <a:defRPr sz="50000" b="1" i="0">
                <a:gradFill>
                  <a:gsLst>
                    <a:gs pos="0">
                      <a:schemeClr val="accent1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en-US"/>
              <a:t>3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60E18D5-0E84-C64E-9599-465CAF6030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41888" y="1307806"/>
            <a:ext cx="6667500" cy="2121194"/>
          </a:xfrm>
        </p:spPr>
        <p:txBody>
          <a:bodyPr anchor="t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Details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43D24FC-F71D-C245-A2DA-55D32F6AA8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41888" y="585788"/>
            <a:ext cx="6667230" cy="714094"/>
          </a:xfrm>
          <a:noFill/>
        </p:spPr>
        <p:txBody>
          <a:bodyPr wrap="square" lIns="0" tIns="0" rIns="0" bIns="0" anchor="t" anchorCtr="0">
            <a:no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9272856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Large Number Divider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287FF5-DA2B-6549-A430-2AB0462370E7}"/>
              </a:ext>
            </a:extLst>
          </p:cNvPr>
          <p:cNvSpPr txBox="1"/>
          <p:nvPr userDrawn="1"/>
        </p:nvSpPr>
        <p:spPr>
          <a:xfrm>
            <a:off x="0" y="680484"/>
            <a:ext cx="4356100" cy="6177516"/>
          </a:xfrm>
          <a:prstGeom prst="rect">
            <a:avLst/>
          </a:prstGeom>
          <a:noFill/>
          <a:effectLst>
            <a:outerShdw blurRad="76200" dist="76200" dir="2700000" algn="tl" rotWithShape="0">
              <a:prstClr val="black">
                <a:alpha val="20000"/>
              </a:prstClr>
            </a:outerShdw>
          </a:effectLst>
        </p:spPr>
        <p:txBody>
          <a:bodyPr wrap="square" lIns="0" tIns="0" rIns="0" bIns="0" rtlCol="0" anchor="t">
            <a:noAutofit/>
          </a:bodyPr>
          <a:lstStyle>
            <a:defPPr>
              <a:defRPr lang="en-US"/>
            </a:defPPr>
            <a:lvl1pPr>
              <a:defRPr sz="50000" b="1" i="0">
                <a:gradFill>
                  <a:gsLst>
                    <a:gs pos="0">
                      <a:schemeClr val="accent1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en-US"/>
              <a:t>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60E18D5-0E84-C64E-9599-465CAF6030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41888" y="1307806"/>
            <a:ext cx="6667500" cy="2121194"/>
          </a:xfrm>
        </p:spPr>
        <p:txBody>
          <a:bodyPr anchor="t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Details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A3A573E-5425-E24C-AC5B-D2C67E89FC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41888" y="585788"/>
            <a:ext cx="6667230" cy="714094"/>
          </a:xfrm>
          <a:noFill/>
        </p:spPr>
        <p:txBody>
          <a:bodyPr wrap="square" lIns="0" tIns="0" rIns="0" bIns="0" anchor="t" anchorCtr="0">
            <a:no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5233058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Large Number Divider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287FF5-DA2B-6549-A430-2AB0462370E7}"/>
              </a:ext>
            </a:extLst>
          </p:cNvPr>
          <p:cNvSpPr txBox="1"/>
          <p:nvPr userDrawn="1"/>
        </p:nvSpPr>
        <p:spPr>
          <a:xfrm>
            <a:off x="0" y="680484"/>
            <a:ext cx="4356100" cy="6177516"/>
          </a:xfrm>
          <a:prstGeom prst="rect">
            <a:avLst/>
          </a:prstGeom>
          <a:noFill/>
          <a:effectLst>
            <a:outerShdw blurRad="76200" dist="76200" dir="2700000" algn="tl" rotWithShape="0">
              <a:prstClr val="black">
                <a:alpha val="20000"/>
              </a:prstClr>
            </a:outerShdw>
          </a:effectLst>
        </p:spPr>
        <p:txBody>
          <a:bodyPr wrap="square" lIns="0" tIns="0" rIns="0" bIns="0" rtlCol="0" anchor="t">
            <a:noAutofit/>
          </a:bodyPr>
          <a:lstStyle>
            <a:defPPr>
              <a:defRPr lang="en-US"/>
            </a:defPPr>
            <a:lvl1pPr>
              <a:defRPr sz="50000" b="1" i="0">
                <a:gradFill>
                  <a:gsLst>
                    <a:gs pos="0">
                      <a:schemeClr val="accent1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en-US"/>
              <a:t>5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60E18D5-0E84-C64E-9599-465CAF6030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41888" y="1307806"/>
            <a:ext cx="6667500" cy="2121194"/>
          </a:xfrm>
        </p:spPr>
        <p:txBody>
          <a:bodyPr anchor="t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Details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D9EEC05-DC95-844E-868F-EEEB231AD9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41888" y="585788"/>
            <a:ext cx="6667230" cy="714094"/>
          </a:xfrm>
          <a:noFill/>
        </p:spPr>
        <p:txBody>
          <a:bodyPr wrap="square" lIns="0" tIns="0" rIns="0" bIns="0" anchor="t" anchorCtr="0">
            <a:no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28214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707470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- Texture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656786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4DB660C8-FCFE-8CB6-A08E-975F87F66C4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A57C656-3E5F-8959-00F8-286B44FD1D70}"/>
              </a:ext>
            </a:extLst>
          </p:cNvPr>
          <p:cNvSpPr/>
          <p:nvPr userDrawn="1"/>
        </p:nvSpPr>
        <p:spPr bwMode="auto">
          <a:xfrm>
            <a:off x="0" y="0"/>
            <a:ext cx="12296446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367715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976703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endix Blue Bk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377B63-6619-6B40-8D85-1D972ED609B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4200" y="3152001"/>
            <a:ext cx="5367338" cy="553998"/>
          </a:xfrm>
        </p:spPr>
        <p:txBody>
          <a:bodyPr anchor="b"/>
          <a:lstStyle>
            <a:lvl1pPr marL="0" indent="0">
              <a:buNone/>
              <a:defRPr sz="3600">
                <a:gradFill>
                  <a:gsLst>
                    <a:gs pos="0">
                      <a:schemeClr val="bg2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latin typeface="+mj-lt"/>
              </a:defRPr>
            </a:lvl1pPr>
          </a:lstStyle>
          <a:p>
            <a:pPr lvl="0"/>
            <a:r>
              <a:rPr lang="en-US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39455815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logo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 descr="This is a copyright notice that should be included on the final slide."/>
          <p:cNvSpPr txBox="1">
            <a:spLocks noChangeArrowheads="1"/>
          </p:cNvSpPr>
          <p:nvPr userDrawn="1"/>
        </p:nvSpPr>
        <p:spPr bwMode="blackWhite">
          <a:xfrm>
            <a:off x="584200" y="6161316"/>
            <a:ext cx="4482124" cy="10772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>
                <a:solidFill>
                  <a:schemeClr val="bg1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4" name="MS logo gray - EMF" descr="Microsoft logo, gray text version">
            <a:extLst>
              <a:ext uri="{FF2B5EF4-FFF2-40B4-BE49-F238E27FC236}">
                <a16:creationId xmlns:a16="http://schemas.microsoft.com/office/drawing/2014/main" id="{B75252BC-2A15-9D3D-49E1-459E5722BAC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0121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5C33E8-E107-AC85-0D68-58D82E07DFB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85788" y="959260"/>
            <a:ext cx="11017250" cy="276999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653053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905">
          <p15:clr>
            <a:srgbClr val="5ACBF0"/>
          </p15:clr>
        </p15:guide>
        <p15:guide id="4" orient="horz" pos="1272">
          <p15:clr>
            <a:srgbClr val="5ACBF0"/>
          </p15:clr>
        </p15:guide>
      </p15:sldGuideLst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wo Column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Background pattern&#10;&#10;Description automatically generated">
            <a:extLst>
              <a:ext uri="{FF2B5EF4-FFF2-40B4-BE49-F238E27FC236}">
                <a16:creationId xmlns:a16="http://schemas.microsoft.com/office/drawing/2014/main" id="{FB1129D1-6431-564C-8572-607F580F1A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0725" y="0"/>
            <a:ext cx="7941275" cy="68580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870CCD2-DC01-EA68-D65D-9ACFB35746D8}"/>
              </a:ext>
            </a:extLst>
          </p:cNvPr>
          <p:cNvSpPr/>
          <p:nvPr userDrawn="1"/>
        </p:nvSpPr>
        <p:spPr bwMode="auto">
          <a:xfrm>
            <a:off x="4250725" y="0"/>
            <a:ext cx="7941275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4199" y="2827164"/>
            <a:ext cx="3172989" cy="184666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tx1"/>
                </a:solidFill>
                <a:latin typeface="+mn-lt"/>
                <a:cs typeface="Segoe Pro" panose="020B0604020202020204" pitchFamily="34" charset="0"/>
              </a:defRPr>
            </a:lvl1pPr>
            <a:lvl2pPr marL="427038" indent="-171450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2pPr>
            <a:lvl3pPr marL="639763" indent="-18891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3pPr>
            <a:lvl4pPr marL="828675" indent="-176213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4pPr>
            <a:lvl5pPr marL="1023938" indent="-16986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D63FA2-4790-49C1-9B78-C6EC890A16DD}"/>
              </a:ext>
            </a:extLst>
          </p:cNvPr>
          <p:cNvSpPr txBox="1"/>
          <p:nvPr userDrawn="1"/>
        </p:nvSpPr>
        <p:spPr>
          <a:xfrm>
            <a:off x="585231" y="5455510"/>
            <a:ext cx="1560877" cy="276999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GB" sz="1200" b="0">
                <a:solidFill>
                  <a:schemeClr val="accent3"/>
                </a:solidFill>
                <a:latin typeface="+mj-lt"/>
              </a:rPr>
              <a:t>Customer resources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B81701-DDCA-43B6-9C68-636E43E7EBF6}"/>
              </a:ext>
            </a:extLst>
          </p:cNvPr>
          <p:cNvSpPr txBox="1"/>
          <p:nvPr userDrawn="1"/>
        </p:nvSpPr>
        <p:spPr>
          <a:xfrm>
            <a:off x="2331002" y="5455510"/>
            <a:ext cx="1560877" cy="276999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GB" sz="1200" b="0">
                <a:solidFill>
                  <a:schemeClr val="accent3"/>
                </a:solidFill>
                <a:latin typeface="+mj-lt"/>
              </a:rPr>
              <a:t>Microsoft resources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996942E-E982-4695-91C8-296676E060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4200" y="5725731"/>
            <a:ext cx="1499917" cy="33239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228600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2pPr>
            <a:lvl3pPr marL="457200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3pPr>
            <a:lvl4pPr marL="661988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4pPr>
            <a:lvl5pPr marL="855663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D2F6B756-204A-4346-90B3-21CCEA788C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331002" y="5725731"/>
            <a:ext cx="1499917" cy="33239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228600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2pPr>
            <a:lvl3pPr marL="457200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3pPr>
            <a:lvl4pPr marL="661988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4pPr>
            <a:lvl5pPr marL="855663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DD2AD0-CCED-48C0-9FE6-DBA1904206B6}"/>
              </a:ext>
            </a:extLst>
          </p:cNvPr>
          <p:cNvSpPr txBox="1"/>
          <p:nvPr userDrawn="1"/>
        </p:nvSpPr>
        <p:spPr>
          <a:xfrm>
            <a:off x="585231" y="1967147"/>
            <a:ext cx="1560877" cy="276999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GB" sz="1200" b="0">
                <a:solidFill>
                  <a:schemeClr val="accent3"/>
                </a:solidFill>
                <a:latin typeface="+mj-lt"/>
              </a:rPr>
              <a:t>Preparation: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A30D9B-ACBA-402A-944D-6980A078F33B}"/>
              </a:ext>
            </a:extLst>
          </p:cNvPr>
          <p:cNvSpPr txBox="1"/>
          <p:nvPr userDrawn="1"/>
        </p:nvSpPr>
        <p:spPr>
          <a:xfrm>
            <a:off x="585231" y="2254832"/>
            <a:ext cx="1560877" cy="276999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GB" sz="1200" b="0">
                <a:solidFill>
                  <a:schemeClr val="accent3"/>
                </a:solidFill>
                <a:latin typeface="+mj-lt"/>
              </a:rPr>
              <a:t>Delivery: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F2C5F3-81CD-42CD-BCFD-7A3AA6404FD1}"/>
              </a:ext>
            </a:extLst>
          </p:cNvPr>
          <p:cNvSpPr txBox="1"/>
          <p:nvPr userDrawn="1"/>
        </p:nvSpPr>
        <p:spPr>
          <a:xfrm>
            <a:off x="585231" y="2542516"/>
            <a:ext cx="1560877" cy="276999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GB" sz="1200" b="0">
                <a:solidFill>
                  <a:schemeClr val="accent3"/>
                </a:solidFill>
                <a:latin typeface="+mj-lt"/>
              </a:rPr>
              <a:t>Summary: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D616DB0C-0C38-4410-9916-301FB518666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555768" y="2013312"/>
            <a:ext cx="2275152" cy="184666"/>
          </a:xfrm>
        </p:spPr>
        <p:txBody>
          <a:bodyPr wrap="square">
            <a:spAutoFit/>
          </a:bodyPr>
          <a:lstStyle>
            <a:lvl1pPr marL="231775" indent="-231775">
              <a:lnSpc>
                <a:spcPct val="100000"/>
              </a:lnSpc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tx1"/>
                </a:solidFill>
                <a:latin typeface="+mn-lt"/>
                <a:cs typeface="Segoe Pro" panose="020B0604020202020204" pitchFamily="34" charset="0"/>
              </a:defRPr>
            </a:lvl1pPr>
            <a:lvl2pPr marL="427038" indent="-171450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2pPr>
            <a:lvl3pPr marL="639763" indent="-18891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3pPr>
            <a:lvl4pPr marL="828675" indent="-176213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4pPr>
            <a:lvl5pPr marL="1023938" indent="-16986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20A0455A-2312-4C93-BF92-338DE4C1D7A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555768" y="2295101"/>
            <a:ext cx="2275152" cy="184666"/>
          </a:xfrm>
        </p:spPr>
        <p:txBody>
          <a:bodyPr wrap="square">
            <a:spAutoFit/>
          </a:bodyPr>
          <a:lstStyle>
            <a:lvl1pPr marL="231775" indent="-231775">
              <a:lnSpc>
                <a:spcPct val="100000"/>
              </a:lnSpc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tx1"/>
                </a:solidFill>
                <a:latin typeface="+mn-lt"/>
                <a:cs typeface="Segoe Pro" panose="020B0604020202020204" pitchFamily="34" charset="0"/>
              </a:defRPr>
            </a:lvl1pPr>
            <a:lvl2pPr marL="427038" indent="-171450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2pPr>
            <a:lvl3pPr marL="639763" indent="-18891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3pPr>
            <a:lvl4pPr marL="828675" indent="-176213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4pPr>
            <a:lvl5pPr marL="1023938" indent="-16986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C472BC81-0EF6-4309-A0E8-0C87F67864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09426" y="713868"/>
            <a:ext cx="6522709" cy="184666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tx1"/>
                </a:solidFill>
                <a:latin typeface="+mn-lt"/>
                <a:cs typeface="Segoe Pro" panose="020B0604020202020204" pitchFamily="34" charset="0"/>
              </a:defRPr>
            </a:lvl1pPr>
            <a:lvl2pPr marL="427038" indent="-171450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2pPr>
            <a:lvl3pPr marL="639763" indent="-18891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3pPr>
            <a:lvl4pPr marL="828675" indent="-176213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4pPr>
            <a:lvl5pPr marL="1023938" indent="-16986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568FF79F-E395-4ECE-97A4-BEF4293755C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709426" y="3285893"/>
            <a:ext cx="6908789" cy="184666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tx1"/>
                </a:solidFill>
                <a:latin typeface="+mn-lt"/>
                <a:cs typeface="Segoe Pro" panose="020B0604020202020204" pitchFamily="34" charset="0"/>
              </a:defRPr>
            </a:lvl1pPr>
            <a:lvl2pPr marL="427038" indent="-171450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2pPr>
            <a:lvl3pPr marL="639763" indent="-18891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3pPr>
            <a:lvl4pPr marL="828675" indent="-176213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4pPr>
            <a:lvl5pPr marL="1023938" indent="-16986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781E55C7-03B8-452B-9281-A2B837B5A86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709426" y="5513892"/>
            <a:ext cx="6908789" cy="184666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tx1"/>
                </a:solidFill>
                <a:latin typeface="+mn-lt"/>
                <a:cs typeface="Segoe Pro" panose="020B0604020202020204" pitchFamily="34" charset="0"/>
              </a:defRPr>
            </a:lvl1pPr>
            <a:lvl2pPr marL="427038" indent="-171450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2pPr>
            <a:lvl3pPr marL="639763" indent="-18891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3pPr>
            <a:lvl4pPr marL="828675" indent="-176213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4pPr>
            <a:lvl5pPr marL="1023938" indent="-16986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Diagonal Stripe 10">
            <a:extLst>
              <a:ext uri="{FF2B5EF4-FFF2-40B4-BE49-F238E27FC236}">
                <a16:creationId xmlns:a16="http://schemas.microsoft.com/office/drawing/2014/main" id="{E00E7889-4B8A-46BC-8C6E-BC7F3A2CE0DE}"/>
              </a:ext>
            </a:extLst>
          </p:cNvPr>
          <p:cNvSpPr/>
          <p:nvPr/>
        </p:nvSpPr>
        <p:spPr bwMode="auto">
          <a:xfrm rot="5400000">
            <a:off x="10893594" y="-79215"/>
            <a:ext cx="1219186" cy="1377615"/>
          </a:xfrm>
          <a:prstGeom prst="diagStripe">
            <a:avLst/>
          </a:prstGeom>
          <a:solidFill>
            <a:schemeClr val="bg1"/>
          </a:solidFill>
          <a:ln w="10795" cap="flat" cmpd="sng" algn="ctr">
            <a:noFill/>
            <a:prstDash val="solid"/>
          </a:ln>
          <a:effectLst>
            <a:outerShdw blurRad="152400" sx="101000" sy="101000" algn="tl" rotWithShape="0">
              <a:prstClr val="black">
                <a:alpha val="29000"/>
              </a:prstClr>
            </a:outerShdw>
          </a:effectLst>
        </p:spPr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de-AT" sz="2000">
              <a:solidFill>
                <a:schemeClr val="accent1"/>
              </a:solidFill>
              <a:cs typeface="Segoe UI" pitchFamily="34" charset="0"/>
            </a:endParaRPr>
          </a:p>
        </p:txBody>
      </p:sp>
      <p:sp>
        <p:nvSpPr>
          <p:cNvPr id="33" name="TextBox 11">
            <a:extLst>
              <a:ext uri="{FF2B5EF4-FFF2-40B4-BE49-F238E27FC236}">
                <a16:creationId xmlns:a16="http://schemas.microsoft.com/office/drawing/2014/main" id="{2283F741-B0D6-4F96-8028-D69088C5FFAE}"/>
              </a:ext>
            </a:extLst>
          </p:cNvPr>
          <p:cNvSpPr txBox="1"/>
          <p:nvPr userDrawn="1"/>
        </p:nvSpPr>
        <p:spPr>
          <a:xfrm rot="2474928">
            <a:off x="11125817" y="344277"/>
            <a:ext cx="1097095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32509">
              <a:defRPr/>
            </a:pPr>
            <a:r>
              <a:rPr lang="en-US" sz="1600" spc="-71">
                <a:solidFill>
                  <a:schemeClr val="accent1"/>
                </a:solidFill>
                <a:latin typeface="+mj-lt"/>
              </a:rPr>
              <a:t>Core module</a:t>
            </a:r>
            <a:endParaRPr lang="de-AT" sz="2000" spc="-71">
              <a:solidFill>
                <a:schemeClr val="accent1"/>
              </a:solidFill>
              <a:latin typeface="+mj-lt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67BF692-BD25-2DD9-A18C-7088370A79EA}"/>
              </a:ext>
            </a:extLst>
          </p:cNvPr>
          <p:cNvCxnSpPr/>
          <p:nvPr userDrawn="1"/>
        </p:nvCxnSpPr>
        <p:spPr>
          <a:xfrm>
            <a:off x="584200" y="5386333"/>
            <a:ext cx="3291840" cy="0"/>
          </a:xfrm>
          <a:prstGeom prst="line">
            <a:avLst/>
          </a:prstGeom>
          <a:noFill/>
          <a:ln>
            <a:gradFill flip="none" rotWithShape="1">
              <a:gsLst>
                <a:gs pos="0">
                  <a:schemeClr val="accent3"/>
                </a:gs>
                <a:gs pos="100000">
                  <a:schemeClr val="accent1">
                    <a:alpha val="0"/>
                  </a:schemeClr>
                </a:gs>
                <a:gs pos="65000">
                  <a:schemeClr val="accent1">
                    <a:alpha val="40000"/>
                  </a:schemeClr>
                </a:gs>
              </a:gsLst>
              <a:lin ang="0" scaled="1"/>
              <a:tileRect/>
            </a:gra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82E2A7C5-0FD6-27A3-1FF9-2232EA696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585791"/>
            <a:ext cx="3307679" cy="845608"/>
          </a:xfrm>
        </p:spPr>
        <p:txBody>
          <a:bodyPr anchor="t" anchorCtr="0"/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2800" b="0" kern="1200" cap="none" spc="-50" baseline="0" dirty="0">
                <a:ln w="3175">
                  <a:noFill/>
                </a:ln>
                <a:gradFill>
                  <a:gsLst>
                    <a:gs pos="21000">
                      <a:schemeClr val="accent1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effectLst/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1716454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6">
          <p15:clr>
            <a:srgbClr val="5ACBF0"/>
          </p15:clr>
        </p15:guide>
        <p15:guide id="3" orient="horz" pos="904">
          <p15:clr>
            <a:srgbClr val="5ACBF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wo Column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ackground pattern&#10;&#10;Description automatically generated">
            <a:extLst>
              <a:ext uri="{FF2B5EF4-FFF2-40B4-BE49-F238E27FC236}">
                <a16:creationId xmlns:a16="http://schemas.microsoft.com/office/drawing/2014/main" id="{53264684-E94D-2ADC-5BC8-30E2407CD8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0725" y="0"/>
            <a:ext cx="7941275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1E2496E-EAAA-5AF0-0616-C740A793A618}"/>
              </a:ext>
            </a:extLst>
          </p:cNvPr>
          <p:cNvSpPr/>
          <p:nvPr userDrawn="1"/>
        </p:nvSpPr>
        <p:spPr bwMode="auto">
          <a:xfrm>
            <a:off x="4250725" y="0"/>
            <a:ext cx="7941275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4199" y="3429000"/>
            <a:ext cx="3172989" cy="184666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tx1"/>
                </a:solidFill>
                <a:latin typeface="+mn-lt"/>
                <a:cs typeface="Segoe Pro" panose="020B0604020202020204" pitchFamily="34" charset="0"/>
              </a:defRPr>
            </a:lvl1pPr>
            <a:lvl2pPr marL="427038" indent="-171450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2pPr>
            <a:lvl3pPr marL="639763" indent="-18891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3pPr>
            <a:lvl4pPr marL="828675" indent="-176213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4pPr>
            <a:lvl5pPr marL="1023938" indent="-16986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D63FA2-4790-49C1-9B78-C6EC890A16DD}"/>
              </a:ext>
            </a:extLst>
          </p:cNvPr>
          <p:cNvSpPr txBox="1"/>
          <p:nvPr userDrawn="1"/>
        </p:nvSpPr>
        <p:spPr>
          <a:xfrm>
            <a:off x="585231" y="5455510"/>
            <a:ext cx="1560877" cy="276999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GB" sz="1200" b="0">
                <a:solidFill>
                  <a:schemeClr val="accent3"/>
                </a:solidFill>
                <a:latin typeface="+mj-lt"/>
              </a:rPr>
              <a:t>Customer resources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B81701-DDCA-43B6-9C68-636E43E7EBF6}"/>
              </a:ext>
            </a:extLst>
          </p:cNvPr>
          <p:cNvSpPr txBox="1"/>
          <p:nvPr userDrawn="1"/>
        </p:nvSpPr>
        <p:spPr>
          <a:xfrm>
            <a:off x="2331002" y="5455510"/>
            <a:ext cx="1560877" cy="276999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GB" sz="1200" b="0">
                <a:solidFill>
                  <a:schemeClr val="accent3"/>
                </a:solidFill>
                <a:latin typeface="+mj-lt"/>
              </a:rPr>
              <a:t>Microsoft resources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996942E-E982-4695-91C8-296676E060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4200" y="5725731"/>
            <a:ext cx="1499917" cy="33239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228600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2pPr>
            <a:lvl3pPr marL="457200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3pPr>
            <a:lvl4pPr marL="661988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4pPr>
            <a:lvl5pPr marL="855663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D2F6B756-204A-4346-90B3-21CCEA788C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331002" y="5725731"/>
            <a:ext cx="1499917" cy="33239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228600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2pPr>
            <a:lvl3pPr marL="457200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3pPr>
            <a:lvl4pPr marL="661988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4pPr>
            <a:lvl5pPr marL="855663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DD2AD0-CCED-48C0-9FE6-DBA1904206B6}"/>
              </a:ext>
            </a:extLst>
          </p:cNvPr>
          <p:cNvSpPr txBox="1"/>
          <p:nvPr userDrawn="1"/>
        </p:nvSpPr>
        <p:spPr>
          <a:xfrm>
            <a:off x="585231" y="2568983"/>
            <a:ext cx="1560877" cy="276999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GB" sz="1200" b="0">
                <a:solidFill>
                  <a:schemeClr val="accent3"/>
                </a:solidFill>
                <a:latin typeface="+mj-lt"/>
              </a:rPr>
              <a:t>Preparation: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A30D9B-ACBA-402A-944D-6980A078F33B}"/>
              </a:ext>
            </a:extLst>
          </p:cNvPr>
          <p:cNvSpPr txBox="1"/>
          <p:nvPr userDrawn="1"/>
        </p:nvSpPr>
        <p:spPr>
          <a:xfrm>
            <a:off x="585231" y="2856668"/>
            <a:ext cx="1560877" cy="276999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GB" sz="1200" b="0">
                <a:solidFill>
                  <a:schemeClr val="accent3"/>
                </a:solidFill>
                <a:latin typeface="+mj-lt"/>
              </a:rPr>
              <a:t>Delivery: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F2C5F3-81CD-42CD-BCFD-7A3AA6404FD1}"/>
              </a:ext>
            </a:extLst>
          </p:cNvPr>
          <p:cNvSpPr txBox="1"/>
          <p:nvPr userDrawn="1"/>
        </p:nvSpPr>
        <p:spPr>
          <a:xfrm>
            <a:off x="585231" y="3144352"/>
            <a:ext cx="1560877" cy="276999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GB" sz="1200" b="0">
                <a:solidFill>
                  <a:schemeClr val="accent3"/>
                </a:solidFill>
                <a:latin typeface="+mj-lt"/>
              </a:rPr>
              <a:t>Summary: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D616DB0C-0C38-4410-9916-301FB518666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555768" y="2615148"/>
            <a:ext cx="2275152" cy="184666"/>
          </a:xfrm>
        </p:spPr>
        <p:txBody>
          <a:bodyPr wrap="square">
            <a:spAutoFit/>
          </a:bodyPr>
          <a:lstStyle>
            <a:lvl1pPr marL="231775" indent="-231775">
              <a:lnSpc>
                <a:spcPct val="100000"/>
              </a:lnSpc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tx1"/>
                </a:solidFill>
                <a:latin typeface="+mn-lt"/>
                <a:cs typeface="Segoe Pro" panose="020B0604020202020204" pitchFamily="34" charset="0"/>
              </a:defRPr>
            </a:lvl1pPr>
            <a:lvl2pPr marL="427038" indent="-171450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2pPr>
            <a:lvl3pPr marL="639763" indent="-18891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3pPr>
            <a:lvl4pPr marL="828675" indent="-176213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4pPr>
            <a:lvl5pPr marL="1023938" indent="-16986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20A0455A-2312-4C93-BF92-338DE4C1D7A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555768" y="2896937"/>
            <a:ext cx="2275152" cy="184666"/>
          </a:xfrm>
        </p:spPr>
        <p:txBody>
          <a:bodyPr wrap="square">
            <a:spAutoFit/>
          </a:bodyPr>
          <a:lstStyle>
            <a:lvl1pPr marL="231775" indent="-231775">
              <a:lnSpc>
                <a:spcPct val="100000"/>
              </a:lnSpc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tx1"/>
                </a:solidFill>
                <a:latin typeface="+mn-lt"/>
                <a:cs typeface="Segoe Pro" panose="020B0604020202020204" pitchFamily="34" charset="0"/>
              </a:defRPr>
            </a:lvl1pPr>
            <a:lvl2pPr marL="427038" indent="-171450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2pPr>
            <a:lvl3pPr marL="639763" indent="-18891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3pPr>
            <a:lvl4pPr marL="828675" indent="-176213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4pPr>
            <a:lvl5pPr marL="1023938" indent="-16986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C472BC81-0EF6-4309-A0E8-0C87F67864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09426" y="713868"/>
            <a:ext cx="6522709" cy="184666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tx1"/>
                </a:solidFill>
                <a:latin typeface="+mn-lt"/>
                <a:cs typeface="Segoe Pro" panose="020B0604020202020204" pitchFamily="34" charset="0"/>
              </a:defRPr>
            </a:lvl1pPr>
            <a:lvl2pPr marL="427038" indent="-171450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2pPr>
            <a:lvl3pPr marL="639763" indent="-18891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3pPr>
            <a:lvl4pPr marL="828675" indent="-176213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4pPr>
            <a:lvl5pPr marL="1023938" indent="-16986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568FF79F-E395-4ECE-97A4-BEF4293755C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709426" y="3285893"/>
            <a:ext cx="6908789" cy="184666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tx1"/>
                </a:solidFill>
                <a:latin typeface="+mn-lt"/>
                <a:cs typeface="Segoe Pro" panose="020B0604020202020204" pitchFamily="34" charset="0"/>
              </a:defRPr>
            </a:lvl1pPr>
            <a:lvl2pPr marL="427038" indent="-171450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2pPr>
            <a:lvl3pPr marL="639763" indent="-18891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3pPr>
            <a:lvl4pPr marL="828675" indent="-176213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4pPr>
            <a:lvl5pPr marL="1023938" indent="-16986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781E55C7-03B8-452B-9281-A2B837B5A86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709426" y="5513892"/>
            <a:ext cx="6908789" cy="184666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tx1"/>
                </a:solidFill>
                <a:latin typeface="+mn-lt"/>
                <a:cs typeface="Segoe Pro" panose="020B0604020202020204" pitchFamily="34" charset="0"/>
              </a:defRPr>
            </a:lvl1pPr>
            <a:lvl2pPr marL="427038" indent="-171450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2pPr>
            <a:lvl3pPr marL="639763" indent="-18891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3pPr>
            <a:lvl4pPr marL="828675" indent="-176213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4pPr>
            <a:lvl5pPr marL="1023938" indent="-16986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Diagonal Stripe 10">
            <a:extLst>
              <a:ext uri="{FF2B5EF4-FFF2-40B4-BE49-F238E27FC236}">
                <a16:creationId xmlns:a16="http://schemas.microsoft.com/office/drawing/2014/main" id="{E00E7889-4B8A-46BC-8C6E-BC7F3A2CE0DE}"/>
              </a:ext>
            </a:extLst>
          </p:cNvPr>
          <p:cNvSpPr/>
          <p:nvPr/>
        </p:nvSpPr>
        <p:spPr bwMode="auto">
          <a:xfrm rot="5400000">
            <a:off x="10893594" y="-79215"/>
            <a:ext cx="1219186" cy="1377615"/>
          </a:xfrm>
          <a:prstGeom prst="diagStripe">
            <a:avLst/>
          </a:prstGeom>
          <a:solidFill>
            <a:schemeClr val="bg1"/>
          </a:solidFill>
          <a:ln w="10795" cap="flat" cmpd="sng" algn="ctr">
            <a:noFill/>
            <a:prstDash val="solid"/>
          </a:ln>
          <a:effectLst>
            <a:outerShdw blurRad="152400" sx="101000" sy="101000" algn="tl" rotWithShape="0">
              <a:prstClr val="black">
                <a:alpha val="29000"/>
              </a:prstClr>
            </a:outerShdw>
          </a:effectLst>
        </p:spPr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de-AT" sz="2000">
              <a:solidFill>
                <a:schemeClr val="accent1"/>
              </a:solidFill>
              <a:cs typeface="Segoe UI" pitchFamily="34" charset="0"/>
            </a:endParaRPr>
          </a:p>
        </p:txBody>
      </p:sp>
      <p:sp>
        <p:nvSpPr>
          <p:cNvPr id="33" name="TextBox 11">
            <a:extLst>
              <a:ext uri="{FF2B5EF4-FFF2-40B4-BE49-F238E27FC236}">
                <a16:creationId xmlns:a16="http://schemas.microsoft.com/office/drawing/2014/main" id="{2283F741-B0D6-4F96-8028-D69088C5FFAE}"/>
              </a:ext>
            </a:extLst>
          </p:cNvPr>
          <p:cNvSpPr txBox="1"/>
          <p:nvPr userDrawn="1"/>
        </p:nvSpPr>
        <p:spPr>
          <a:xfrm rot="2474928">
            <a:off x="11125817" y="344277"/>
            <a:ext cx="1097095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32509">
              <a:defRPr/>
            </a:pPr>
            <a:r>
              <a:rPr lang="en-US" sz="1600" spc="-71">
                <a:solidFill>
                  <a:schemeClr val="accent1"/>
                </a:solidFill>
                <a:latin typeface="+mj-lt"/>
              </a:rPr>
              <a:t>Core module</a:t>
            </a:r>
            <a:endParaRPr lang="de-AT" sz="2000" spc="-71">
              <a:solidFill>
                <a:schemeClr val="accent1"/>
              </a:solidFill>
              <a:latin typeface="+mj-lt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855DF87-88F5-EAFB-CACB-7D167D1C8B45}"/>
              </a:ext>
            </a:extLst>
          </p:cNvPr>
          <p:cNvCxnSpPr/>
          <p:nvPr userDrawn="1"/>
        </p:nvCxnSpPr>
        <p:spPr>
          <a:xfrm>
            <a:off x="584200" y="5393828"/>
            <a:ext cx="3291840" cy="0"/>
          </a:xfrm>
          <a:prstGeom prst="line">
            <a:avLst/>
          </a:prstGeom>
          <a:noFill/>
          <a:ln>
            <a:gradFill flip="none" rotWithShape="1">
              <a:gsLst>
                <a:gs pos="0">
                  <a:schemeClr val="accent3"/>
                </a:gs>
                <a:gs pos="100000">
                  <a:schemeClr val="accent1">
                    <a:alpha val="0"/>
                  </a:schemeClr>
                </a:gs>
                <a:gs pos="65000">
                  <a:schemeClr val="accent1">
                    <a:alpha val="40000"/>
                  </a:schemeClr>
                </a:gs>
              </a:gsLst>
              <a:lin ang="0" scaled="1"/>
              <a:tileRect/>
            </a:gra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</p:cxnSp>
      <p:sp>
        <p:nvSpPr>
          <p:cNvPr id="11" name="Title 1">
            <a:extLst>
              <a:ext uri="{FF2B5EF4-FFF2-40B4-BE49-F238E27FC236}">
                <a16:creationId xmlns:a16="http://schemas.microsoft.com/office/drawing/2014/main" id="{D4E23952-CC05-53B7-6AE1-B541D8D06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585216"/>
            <a:ext cx="3307679" cy="861773"/>
          </a:xfrm>
        </p:spPr>
        <p:txBody>
          <a:bodyPr anchor="t" anchorCtr="0"/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2800" b="0" kern="1200" cap="none" spc="-50" baseline="0" dirty="0">
                <a:ln w="3175">
                  <a:noFill/>
                </a:ln>
                <a:gradFill>
                  <a:gsLst>
                    <a:gs pos="21000">
                      <a:schemeClr val="accent1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effectLst/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271108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6">
          <p15:clr>
            <a:srgbClr val="5ACBF0"/>
          </p15:clr>
        </p15:guide>
        <p15:guide id="3" orient="horz" pos="904">
          <p15:clr>
            <a:srgbClr val="5ACBF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- Main 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ackground pattern&#10;&#10;Description automatically generated">
            <a:extLst>
              <a:ext uri="{FF2B5EF4-FFF2-40B4-BE49-F238E27FC236}">
                <a16:creationId xmlns:a16="http://schemas.microsoft.com/office/drawing/2014/main" id="{F35526B3-1B77-DA7E-39AC-F0F77964EC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-1" y="0"/>
            <a:ext cx="12379569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4A12633-3910-C1C9-2412-C41C74064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60"/>
          <a:stretch/>
        </p:blipFill>
        <p:spPr>
          <a:xfrm>
            <a:off x="0" y="2849737"/>
            <a:ext cx="12379569" cy="400826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F43EC56-D14B-6EAD-DA40-597D7C1F8990}"/>
              </a:ext>
            </a:extLst>
          </p:cNvPr>
          <p:cNvSpPr/>
          <p:nvPr userDrawn="1"/>
        </p:nvSpPr>
        <p:spPr bwMode="auto">
          <a:xfrm>
            <a:off x="-2" y="844368"/>
            <a:ext cx="12379568" cy="3302698"/>
          </a:xfrm>
          <a:prstGeom prst="rect">
            <a:avLst/>
          </a:prstGeom>
          <a:gradFill flip="none" rotWithShape="1">
            <a:gsLst>
              <a:gs pos="52000">
                <a:srgbClr val="FFFFFF"/>
              </a:gs>
              <a:gs pos="42000">
                <a:srgbClr val="FFFFFF">
                  <a:lumMod val="100000"/>
                </a:srgbClr>
              </a:gs>
              <a:gs pos="0">
                <a:schemeClr val="bg1">
                  <a:alpha val="0"/>
                </a:schemeClr>
              </a:gs>
              <a:gs pos="64000">
                <a:srgbClr val="FFFFFF"/>
              </a:gs>
              <a:gs pos="100000">
                <a:schemeClr val="bg1">
                  <a:alpha val="0"/>
                </a:schemeClr>
              </a:gs>
            </a:gsLst>
            <a:lin ang="5400000" scaled="0"/>
            <a:tileRect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err="1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3CEAEC18-8489-693F-78F7-AC580E31662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0CE6E8CE-8F11-3F60-9DA8-1FD66197517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94949" y="3033223"/>
            <a:ext cx="11025188" cy="4985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3600" b="0" cap="none" spc="-50" dirty="0">
                <a:ln w="3175">
                  <a:noFill/>
                </a:ln>
                <a:gradFill>
                  <a:gsLst>
                    <a:gs pos="22000">
                      <a:schemeClr val="accent2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effectLst/>
                <a:latin typeface="+mj-lt"/>
              </a:defRPr>
            </a:lvl1pPr>
          </a:lstStyle>
          <a:p>
            <a:pPr lvl="0">
              <a:lnSpc>
                <a:spcPct val="90000"/>
              </a:lnSpc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79680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- Main 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ackground pattern&#10;&#10;Description automatically generated">
            <a:extLst>
              <a:ext uri="{FF2B5EF4-FFF2-40B4-BE49-F238E27FC236}">
                <a16:creationId xmlns:a16="http://schemas.microsoft.com/office/drawing/2014/main" id="{F35526B3-1B77-DA7E-39AC-F0F77964EC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-1" y="0"/>
            <a:ext cx="12379569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4A12633-3910-C1C9-2412-C41C74064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60"/>
          <a:stretch/>
        </p:blipFill>
        <p:spPr>
          <a:xfrm>
            <a:off x="0" y="2849737"/>
            <a:ext cx="12379569" cy="400826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F43EC56-D14B-6EAD-DA40-597D7C1F8990}"/>
              </a:ext>
            </a:extLst>
          </p:cNvPr>
          <p:cNvSpPr/>
          <p:nvPr userDrawn="1"/>
        </p:nvSpPr>
        <p:spPr bwMode="auto">
          <a:xfrm>
            <a:off x="-2" y="844368"/>
            <a:ext cx="12379568" cy="3302698"/>
          </a:xfrm>
          <a:prstGeom prst="rect">
            <a:avLst/>
          </a:prstGeom>
          <a:gradFill flip="none" rotWithShape="1">
            <a:gsLst>
              <a:gs pos="52000">
                <a:srgbClr val="FFFFFF"/>
              </a:gs>
              <a:gs pos="42000">
                <a:srgbClr val="FFFFFF">
                  <a:lumMod val="100000"/>
                </a:srgbClr>
              </a:gs>
              <a:gs pos="0">
                <a:schemeClr val="bg1">
                  <a:alpha val="0"/>
                </a:schemeClr>
              </a:gs>
              <a:gs pos="64000">
                <a:srgbClr val="FFFFFF"/>
              </a:gs>
              <a:gs pos="100000">
                <a:schemeClr val="bg1">
                  <a:alpha val="0"/>
                </a:schemeClr>
              </a:gs>
            </a:gsLst>
            <a:lin ang="5400000" scaled="0"/>
            <a:tileRect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err="1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0CE6E8CE-8F11-3F60-9DA8-1FD66197517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94949" y="3033223"/>
            <a:ext cx="11025188" cy="4985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3600" b="0" cap="none" spc="-50" dirty="0">
                <a:ln w="3175">
                  <a:noFill/>
                </a:ln>
                <a:gradFill>
                  <a:gsLst>
                    <a:gs pos="22000">
                      <a:schemeClr val="accent2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effectLst/>
                <a:latin typeface="+mj-lt"/>
              </a:defRPr>
            </a:lvl1pPr>
          </a:lstStyle>
          <a:p>
            <a:pPr lvl="0">
              <a:lnSpc>
                <a:spcPct val="90000"/>
              </a:lnSpc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68192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- Main Her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572B204-BCCE-7ECF-F80E-C2E2E2E2809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179559"/>
            <a:ext cx="4412673" cy="1354217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lang="en-US" sz="4400" kern="1200" dirty="0">
                <a:solidFill>
                  <a:schemeClr val="tx1"/>
                </a:soli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412673" cy="338554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/>
              <a:t>Speaker name or subtitle text</a:t>
            </a:r>
          </a:p>
        </p:txBody>
      </p:sp>
      <p:pic>
        <p:nvPicPr>
          <p:cNvPr id="7" name="MS logo white - EMF" descr="Microsoft logo white text version">
            <a:extLst>
              <a:ext uri="{FF2B5EF4-FFF2-40B4-BE49-F238E27FC236}">
                <a16:creationId xmlns:a16="http://schemas.microsoft.com/office/drawing/2014/main" id="{0FD32619-3819-428A-8565-629596C9141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4453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21064D9-920A-AAC7-DE35-4B5BB13C8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0595" t="987" r="1059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BDBC305C-A9C3-4278-AFC0-C99DFD80A6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58022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06387471"/>
      </p:ext>
    </p:extLst>
  </p:cSld>
  <p:clrMapOvr>
    <a:masterClrMapping/>
  </p:clrMapOvr>
  <p:transition>
    <p:fade/>
  </p:transition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10CED5C-09CE-086B-058F-E86642850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0595" t="987" r="1059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EADC449-E006-2BF9-CAC5-11C2B170B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auto">
          <a:xfrm rot="5400000">
            <a:off x="4897820" y="-4897821"/>
            <a:ext cx="2396359" cy="12192000"/>
          </a:xfrm>
          <a:prstGeom prst="rect">
            <a:avLst/>
          </a:prstGeom>
          <a:gradFill flip="none" rotWithShape="1">
            <a:gsLst>
              <a:gs pos="19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242D82A-9DB1-584C-2E16-3D8B4469A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E6965A68-D388-7DD3-A305-B934A332BC2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48339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4866414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BC6509B-1FCD-4661-D324-0322BAD4A3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48339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9336297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84" Type="http://schemas.openxmlformats.org/officeDocument/2006/relationships/slideLayout" Target="../slideLayouts/slideLayout84.xml"/><Relationship Id="rId89" Type="http://schemas.openxmlformats.org/officeDocument/2006/relationships/image" Target="../media/image1.png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5" Type="http://schemas.openxmlformats.org/officeDocument/2006/relationships/slideLayout" Target="../slideLayouts/slideLayout5.xml"/><Relationship Id="rId90" Type="http://schemas.openxmlformats.org/officeDocument/2006/relationships/image" Target="../media/image2.svg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80" Type="http://schemas.openxmlformats.org/officeDocument/2006/relationships/slideLayout" Target="../slideLayouts/slideLayout80.xml"/><Relationship Id="rId85" Type="http://schemas.openxmlformats.org/officeDocument/2006/relationships/slideLayout" Target="../slideLayouts/slideLayout85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83" Type="http://schemas.openxmlformats.org/officeDocument/2006/relationships/slideLayout" Target="../slideLayouts/slideLayout83.xml"/><Relationship Id="rId8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81" Type="http://schemas.openxmlformats.org/officeDocument/2006/relationships/slideLayout" Target="../slideLayouts/slideLayout81.xml"/><Relationship Id="rId86" Type="http://schemas.openxmlformats.org/officeDocument/2006/relationships/slideLayout" Target="../slideLayouts/slideLayout86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66" Type="http://schemas.openxmlformats.org/officeDocument/2006/relationships/slideLayout" Target="../slideLayouts/slideLayout66.xml"/><Relationship Id="rId87" Type="http://schemas.openxmlformats.org/officeDocument/2006/relationships/slideLayout" Target="../slideLayouts/slideLayout87.xml"/><Relationship Id="rId61" Type="http://schemas.openxmlformats.org/officeDocument/2006/relationships/slideLayout" Target="../slideLayouts/slideLayout61.xml"/><Relationship Id="rId82" Type="http://schemas.openxmlformats.org/officeDocument/2006/relationships/slideLayout" Target="../slideLayouts/slideLayout82.xml"/><Relationship Id="rId19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blackWhite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88263" y="580311"/>
            <a:ext cx="11018520" cy="430887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 userDrawn="1"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 userDrawn="1"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D0A04DA-4C2F-74A6-1E51-7838E3F55135}"/>
              </a:ext>
            </a:extLst>
          </p:cNvPr>
          <p:cNvPicPr>
            <a:picLocks noChangeAspect="1"/>
          </p:cNvPicPr>
          <p:nvPr userDrawn="1"/>
        </p:nvPicPr>
        <p:blipFill>
          <a:blip r:embed="rId8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0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128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79" r:id="rId18"/>
    <p:sldLayoutId id="2147483680" r:id="rId19"/>
    <p:sldLayoutId id="2147483681" r:id="rId20"/>
    <p:sldLayoutId id="2147483682" r:id="rId21"/>
    <p:sldLayoutId id="2147483683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89" r:id="rId28"/>
    <p:sldLayoutId id="2147483690" r:id="rId29"/>
    <p:sldLayoutId id="2147483691" r:id="rId30"/>
    <p:sldLayoutId id="2147483692" r:id="rId31"/>
    <p:sldLayoutId id="2147483693" r:id="rId32"/>
    <p:sldLayoutId id="2147483694" r:id="rId33"/>
    <p:sldLayoutId id="2147483695" r:id="rId34"/>
    <p:sldLayoutId id="2147483696" r:id="rId35"/>
    <p:sldLayoutId id="2147483697" r:id="rId36"/>
    <p:sldLayoutId id="2147483698" r:id="rId37"/>
    <p:sldLayoutId id="2147483699" r:id="rId38"/>
    <p:sldLayoutId id="2147483700" r:id="rId39"/>
    <p:sldLayoutId id="2147483701" r:id="rId40"/>
    <p:sldLayoutId id="2147483702" r:id="rId41"/>
    <p:sldLayoutId id="2147483703" r:id="rId42"/>
    <p:sldLayoutId id="2147483704" r:id="rId43"/>
    <p:sldLayoutId id="2147483705" r:id="rId44"/>
    <p:sldLayoutId id="2147483706" r:id="rId45"/>
    <p:sldLayoutId id="2147483707" r:id="rId46"/>
    <p:sldLayoutId id="2147483708" r:id="rId47"/>
    <p:sldLayoutId id="2147483709" r:id="rId48"/>
    <p:sldLayoutId id="2147483710" r:id="rId49"/>
    <p:sldLayoutId id="2147483711" r:id="rId50"/>
    <p:sldLayoutId id="2147483712" r:id="rId51"/>
    <p:sldLayoutId id="2147483713" r:id="rId52"/>
    <p:sldLayoutId id="2147483714" r:id="rId53"/>
    <p:sldLayoutId id="2147483715" r:id="rId54"/>
    <p:sldLayoutId id="2147483716" r:id="rId55"/>
    <p:sldLayoutId id="2147483717" r:id="rId56"/>
    <p:sldLayoutId id="2147483718" r:id="rId57"/>
    <p:sldLayoutId id="2147483719" r:id="rId58"/>
    <p:sldLayoutId id="2147483720" r:id="rId59"/>
    <p:sldLayoutId id="2147483721" r:id="rId60"/>
    <p:sldLayoutId id="2147483722" r:id="rId61"/>
    <p:sldLayoutId id="2147483723" r:id="rId62"/>
    <p:sldLayoutId id="2147483724" r:id="rId63"/>
    <p:sldLayoutId id="2147483725" r:id="rId64"/>
    <p:sldLayoutId id="2147483726" r:id="rId65"/>
    <p:sldLayoutId id="2147483727" r:id="rId66"/>
    <p:sldLayoutId id="2147483728" r:id="rId67"/>
    <p:sldLayoutId id="2147483729" r:id="rId68"/>
    <p:sldLayoutId id="2147483730" r:id="rId69"/>
    <p:sldLayoutId id="2147483731" r:id="rId70"/>
    <p:sldLayoutId id="2147483732" r:id="rId71"/>
    <p:sldLayoutId id="2147483733" r:id="rId72"/>
    <p:sldLayoutId id="2147483734" r:id="rId73"/>
    <p:sldLayoutId id="2147483735" r:id="rId74"/>
    <p:sldLayoutId id="2147483736" r:id="rId75"/>
    <p:sldLayoutId id="2147483737" r:id="rId76"/>
    <p:sldLayoutId id="2147483738" r:id="rId77"/>
    <p:sldLayoutId id="2147483739" r:id="rId78"/>
    <p:sldLayoutId id="2147483740" r:id="rId79"/>
    <p:sldLayoutId id="2147483741" r:id="rId80"/>
    <p:sldLayoutId id="2147483742" r:id="rId81"/>
    <p:sldLayoutId id="2147483743" r:id="rId82"/>
    <p:sldLayoutId id="2147483744" r:id="rId83"/>
    <p:sldLayoutId id="2147483745" r:id="rId84"/>
    <p:sldLayoutId id="2147483746" r:id="rId85"/>
    <p:sldLayoutId id="2147483747" r:id="rId86"/>
    <p:sldLayoutId id="2147483748" r:id="rId87"/>
  </p:sldLayoutIdLst>
  <p:transition>
    <p:fade/>
  </p:transition>
  <p:hf sldNum="0" hdr="0" ft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2800" b="0" kern="1200" cap="none" spc="-50" baseline="0" dirty="0">
          <a:ln w="3175">
            <a:noFill/>
          </a:ln>
          <a:gradFill>
            <a:gsLst>
              <a:gs pos="21000">
                <a:schemeClr val="accent1"/>
              </a:gs>
              <a:gs pos="100000">
                <a:schemeClr val="accent3"/>
              </a:gs>
            </a:gsLst>
            <a:lin ang="2400000" scaled="0"/>
          </a:gradFill>
          <a:effectLst/>
          <a:latin typeface="Segoe UI Semibold" panose="020B0702040204020203" pitchFamily="34" charset="0"/>
          <a:ea typeface="+mn-ea"/>
          <a:cs typeface="Segoe UI Semibold" panose="020B0702040204020203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>
          <p15:clr>
            <a:srgbClr val="C35EA4"/>
          </p15:clr>
        </p15:guide>
        <p15:guide id="17" pos="7313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7" orient="horz" pos="184">
          <p15:clr>
            <a:srgbClr val="A4A3A4"/>
          </p15:clr>
        </p15:guide>
        <p15:guide id="28" pos="185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95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sv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40.svg"/><Relationship Id="rId5" Type="http://schemas.openxmlformats.org/officeDocument/2006/relationships/image" Target="../media/image39.png"/><Relationship Id="rId10" Type="http://schemas.openxmlformats.org/officeDocument/2006/relationships/image" Target="../media/image44.svg"/><Relationship Id="rId4" Type="http://schemas.openxmlformats.org/officeDocument/2006/relationships/image" Target="../media/image38.svg"/><Relationship Id="rId9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FF785-886F-85F2-DA1C-2D7A27712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A2CAE21-CFFA-7C95-0089-BC67AAAF64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7057675" y="1027155"/>
            <a:ext cx="4889771" cy="4684503"/>
          </a:xfrm>
          <a:prstGeom prst="roundRect">
            <a:avLst>
              <a:gd name="adj" fmla="val 9723"/>
            </a:avLst>
          </a:prstGeom>
          <a:solidFill>
            <a:schemeClr val="bg1">
              <a:alpha val="50000"/>
            </a:schemeClr>
          </a:solidFill>
          <a:ln w="9525">
            <a:solidFill>
              <a:schemeClr val="bg1">
                <a:alpha val="46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137160" rIns="13716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+mn-cs"/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090FE28F-09C4-F36C-DBC4-274DFFCF6C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343880" y="4271658"/>
            <a:ext cx="6449939" cy="1440000"/>
          </a:xfrm>
          <a:prstGeom prst="roundRect">
            <a:avLst>
              <a:gd name="adj" fmla="val 9723"/>
            </a:avLst>
          </a:prstGeom>
          <a:solidFill>
            <a:schemeClr val="bg1">
              <a:alpha val="50000"/>
            </a:schemeClr>
          </a:solidFill>
          <a:ln w="9525">
            <a:solidFill>
              <a:schemeClr val="bg1">
                <a:alpha val="46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137160" rIns="13716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+mn-cs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375A8448-1E91-7CD7-425E-70A009FBB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343880" y="2667780"/>
            <a:ext cx="6449939" cy="1440000"/>
          </a:xfrm>
          <a:prstGeom prst="roundRect">
            <a:avLst>
              <a:gd name="adj" fmla="val 9723"/>
            </a:avLst>
          </a:prstGeom>
          <a:solidFill>
            <a:schemeClr val="bg1">
              <a:alpha val="50000"/>
            </a:schemeClr>
          </a:solidFill>
          <a:ln w="9525">
            <a:solidFill>
              <a:schemeClr val="bg1">
                <a:alpha val="46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137160" rIns="13716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AAC630-8938-3594-BFD9-0E98AB9B8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2216" y="456051"/>
            <a:ext cx="11018520" cy="430887"/>
          </a:xfrm>
        </p:spPr>
        <p:txBody>
          <a:bodyPr/>
          <a:lstStyle/>
          <a:p>
            <a:r>
              <a:rPr lang="en-AU" dirty="0">
                <a:latin typeface="Segoe UI Semibold"/>
                <a:cs typeface="Segoe UI Semibold"/>
              </a:rPr>
              <a:t>Template</a:t>
            </a:r>
            <a:endParaRPr lang="en-AU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0D2013E-F983-F090-7CCD-ACA4CA02E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0800" y="14351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 </a:t>
            </a: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80808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80808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580CDBB-805B-957F-F2BD-15916F62D8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343880" y="1063902"/>
            <a:ext cx="6449938" cy="1440000"/>
          </a:xfrm>
          <a:prstGeom prst="roundRect">
            <a:avLst>
              <a:gd name="adj" fmla="val 9723"/>
            </a:avLst>
          </a:prstGeom>
          <a:solidFill>
            <a:schemeClr val="bg1">
              <a:alpha val="50000"/>
            </a:schemeClr>
          </a:solidFill>
          <a:ln w="9525">
            <a:solidFill>
              <a:schemeClr val="bg1">
                <a:alpha val="46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137160" rIns="13716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+mn-cs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E4D6C91-2588-56C5-79AF-F041C0DE59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 bwMode="auto">
          <a:xfrm>
            <a:off x="1802230" y="1237794"/>
            <a:ext cx="4829078" cy="1158897"/>
          </a:xfrm>
          <a:prstGeom prst="roundRect">
            <a:avLst>
              <a:gd name="adj" fmla="val 13604"/>
            </a:avLst>
          </a:prstGeom>
          <a:solidFill>
            <a:schemeClr val="bg1"/>
          </a:solidFill>
          <a:ln w="9525">
            <a:noFill/>
            <a:headEnd type="none" w="med" len="med"/>
            <a:tailEnd type="none" w="med" len="med"/>
          </a:ln>
          <a:effectLst>
            <a:outerShdw blurRad="228600" dist="38100" dir="2700026" rotWithShape="0">
              <a:scrgbClr r="0" g="0" b="0">
                <a:alpha val="9000"/>
              </a:scrgbClr>
            </a:outerShdw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3716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/>
              </a:rPr>
              <a:t>(Business Group / Persona)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80808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dirty="0">
                <a:solidFill>
                  <a:srgbClr val="080808"/>
                </a:solidFill>
                <a:latin typeface="Segoe UI" panose="020B0502040204020203" pitchFamily="34" charset="0"/>
                <a:cs typeface="Segoe UI"/>
              </a:rPr>
              <a:t>Insert Text Here describing the persona’s role &amp; team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80808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36CD24-32E6-4741-20C6-B60D4FC7BE6B}"/>
              </a:ext>
            </a:extLst>
          </p:cNvPr>
          <p:cNvSpPr txBox="1"/>
          <p:nvPr/>
        </p:nvSpPr>
        <p:spPr>
          <a:xfrm>
            <a:off x="389179" y="1938796"/>
            <a:ext cx="1467125" cy="25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102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 Semibold"/>
                <a:ea typeface="+mn-ea"/>
                <a:cs typeface="Segoe UI" panose="020B0502040204020203" pitchFamily="34" charset="0"/>
              </a:rPr>
              <a:t>As someone in….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F170A4-720F-4D26-EDBD-007957D30BFC}"/>
              </a:ext>
            </a:extLst>
          </p:cNvPr>
          <p:cNvSpPr txBox="1"/>
          <p:nvPr/>
        </p:nvSpPr>
        <p:spPr>
          <a:xfrm>
            <a:off x="415025" y="3521586"/>
            <a:ext cx="1576160" cy="25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102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 Semibold"/>
                <a:ea typeface="+mn-ea"/>
                <a:cs typeface="Segoe UI" panose="020B0502040204020203" pitchFamily="34" charset="0"/>
              </a:rPr>
              <a:t>I want to….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0BDBE46-7244-D684-8E9A-702E43943A6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 bwMode="auto">
          <a:xfrm>
            <a:off x="8416652" y="1285204"/>
            <a:ext cx="3247881" cy="1139534"/>
          </a:xfrm>
          <a:prstGeom prst="roundRect">
            <a:avLst>
              <a:gd name="adj" fmla="val 13604"/>
            </a:avLst>
          </a:prstGeom>
          <a:solidFill>
            <a:schemeClr val="bg1"/>
          </a:solidFill>
          <a:ln w="9525">
            <a:noFill/>
            <a:headEnd type="none" w="med" len="med"/>
            <a:tailEnd type="none" w="med" len="med"/>
          </a:ln>
          <a:effectLst>
            <a:outerShdw blurRad="228600" dist="38100" dir="2700026" rotWithShape="0">
              <a:scrgbClr r="0" g="0" b="0">
                <a:alpha val="9000"/>
              </a:scrgbClr>
            </a:outerShdw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3716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i="1" spc="-29" dirty="0">
                <a:solidFill>
                  <a:srgbClr val="2F2F2F"/>
                </a:solidFill>
                <a:latin typeface="Segoe UI" panose="020B0502040204020203" pitchFamily="34" charset="0"/>
                <a:cs typeface="Segoe UI"/>
              </a:rPr>
              <a:t>Insert sample prompt here</a:t>
            </a:r>
            <a:endParaRPr kumimoji="0" lang="en-US" sz="1100" b="0" i="1" u="none" strike="noStrike" kern="1200" cap="none" spc="-29" normalizeH="0" baseline="0" noProof="0" dirty="0">
              <a:ln>
                <a:noFill/>
              </a:ln>
              <a:solidFill>
                <a:srgbClr val="2F2F2F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9FFCC1-35A7-2FE3-4A6C-408F5E61321B}"/>
              </a:ext>
            </a:extLst>
          </p:cNvPr>
          <p:cNvSpPr txBox="1"/>
          <p:nvPr/>
        </p:nvSpPr>
        <p:spPr>
          <a:xfrm>
            <a:off x="7098665" y="1921887"/>
            <a:ext cx="1306285" cy="25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102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 Semibold"/>
                <a:ea typeface="+mn-ea"/>
                <a:cs typeface="Segoe UI" panose="020B0502040204020203" pitchFamily="34" charset="0"/>
              </a:rPr>
              <a:t>Sample Prompt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2AF5CEE-68B0-D5AE-AC7C-6DF17599A6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59868" y="4469129"/>
            <a:ext cx="579634" cy="579634"/>
            <a:chOff x="1680394" y="3550662"/>
            <a:chExt cx="419101" cy="419101"/>
          </a:xfrm>
        </p:grpSpPr>
        <p:sp>
          <p:nvSpPr>
            <p:cNvPr id="27" name="Freeform 87">
              <a:extLst>
                <a:ext uri="{FF2B5EF4-FFF2-40B4-BE49-F238E27FC236}">
                  <a16:creationId xmlns:a16="http://schemas.microsoft.com/office/drawing/2014/main" id="{E5D85215-F436-AF7A-0705-53AB958216D6}"/>
                </a:ext>
              </a:extLst>
            </p:cNvPr>
            <p:cNvSpPr>
              <a:spLocks/>
            </p:cNvSpPr>
            <p:nvPr/>
          </p:nvSpPr>
          <p:spPr bwMode="auto">
            <a:xfrm>
              <a:off x="1840732" y="3564950"/>
              <a:ext cx="242888" cy="242888"/>
            </a:xfrm>
            <a:custGeom>
              <a:avLst/>
              <a:gdLst>
                <a:gd name="T0" fmla="*/ 246 w 246"/>
                <a:gd name="T1" fmla="*/ 123 h 246"/>
                <a:gd name="T2" fmla="*/ 246 w 246"/>
                <a:gd name="T3" fmla="*/ 123 h 246"/>
                <a:gd name="T4" fmla="*/ 243 w 246"/>
                <a:gd name="T5" fmla="*/ 132 h 246"/>
                <a:gd name="T6" fmla="*/ 234 w 246"/>
                <a:gd name="T7" fmla="*/ 136 h 246"/>
                <a:gd name="T8" fmla="*/ 220 w 246"/>
                <a:gd name="T9" fmla="*/ 139 h 246"/>
                <a:gd name="T10" fmla="*/ 205 w 246"/>
                <a:gd name="T11" fmla="*/ 142 h 246"/>
                <a:gd name="T12" fmla="*/ 180 w 246"/>
                <a:gd name="T13" fmla="*/ 152 h 246"/>
                <a:gd name="T14" fmla="*/ 162 w 246"/>
                <a:gd name="T15" fmla="*/ 166 h 246"/>
                <a:gd name="T16" fmla="*/ 149 w 246"/>
                <a:gd name="T17" fmla="*/ 185 h 246"/>
                <a:gd name="T18" fmla="*/ 141 w 246"/>
                <a:gd name="T19" fmla="*/ 210 h 246"/>
                <a:gd name="T20" fmla="*/ 139 w 246"/>
                <a:gd name="T21" fmla="*/ 222 h 246"/>
                <a:gd name="T22" fmla="*/ 137 w 246"/>
                <a:gd name="T23" fmla="*/ 234 h 246"/>
                <a:gd name="T24" fmla="*/ 132 w 246"/>
                <a:gd name="T25" fmla="*/ 242 h 246"/>
                <a:gd name="T26" fmla="*/ 123 w 246"/>
                <a:gd name="T27" fmla="*/ 246 h 246"/>
                <a:gd name="T28" fmla="*/ 114 w 246"/>
                <a:gd name="T29" fmla="*/ 242 h 246"/>
                <a:gd name="T30" fmla="*/ 110 w 246"/>
                <a:gd name="T31" fmla="*/ 234 h 246"/>
                <a:gd name="T32" fmla="*/ 107 w 246"/>
                <a:gd name="T33" fmla="*/ 219 h 246"/>
                <a:gd name="T34" fmla="*/ 104 w 246"/>
                <a:gd name="T35" fmla="*/ 205 h 246"/>
                <a:gd name="T36" fmla="*/ 94 w 246"/>
                <a:gd name="T37" fmla="*/ 180 h 246"/>
                <a:gd name="T38" fmla="*/ 80 w 246"/>
                <a:gd name="T39" fmla="*/ 162 h 246"/>
                <a:gd name="T40" fmla="*/ 61 w 246"/>
                <a:gd name="T41" fmla="*/ 149 h 246"/>
                <a:gd name="T42" fmla="*/ 36 w 246"/>
                <a:gd name="T43" fmla="*/ 140 h 246"/>
                <a:gd name="T44" fmla="*/ 24 w 246"/>
                <a:gd name="T45" fmla="*/ 138 h 246"/>
                <a:gd name="T46" fmla="*/ 12 w 246"/>
                <a:gd name="T47" fmla="*/ 136 h 246"/>
                <a:gd name="T48" fmla="*/ 4 w 246"/>
                <a:gd name="T49" fmla="*/ 132 h 246"/>
                <a:gd name="T50" fmla="*/ 0 w 246"/>
                <a:gd name="T51" fmla="*/ 123 h 246"/>
                <a:gd name="T52" fmla="*/ 4 w 246"/>
                <a:gd name="T53" fmla="*/ 114 h 246"/>
                <a:gd name="T54" fmla="*/ 12 w 246"/>
                <a:gd name="T55" fmla="*/ 109 h 246"/>
                <a:gd name="T56" fmla="*/ 27 w 246"/>
                <a:gd name="T57" fmla="*/ 107 h 246"/>
                <a:gd name="T58" fmla="*/ 41 w 246"/>
                <a:gd name="T59" fmla="*/ 104 h 246"/>
                <a:gd name="T60" fmla="*/ 66 w 246"/>
                <a:gd name="T61" fmla="*/ 94 h 246"/>
                <a:gd name="T62" fmla="*/ 84 w 246"/>
                <a:gd name="T63" fmla="*/ 80 h 246"/>
                <a:gd name="T64" fmla="*/ 97 w 246"/>
                <a:gd name="T65" fmla="*/ 61 h 246"/>
                <a:gd name="T66" fmla="*/ 106 w 246"/>
                <a:gd name="T67" fmla="*/ 35 h 246"/>
                <a:gd name="T68" fmla="*/ 108 w 246"/>
                <a:gd name="T69" fmla="*/ 23 h 246"/>
                <a:gd name="T70" fmla="*/ 110 w 246"/>
                <a:gd name="T71" fmla="*/ 12 h 246"/>
                <a:gd name="T72" fmla="*/ 114 w 246"/>
                <a:gd name="T73" fmla="*/ 3 h 246"/>
                <a:gd name="T74" fmla="*/ 123 w 246"/>
                <a:gd name="T75" fmla="*/ 0 h 246"/>
                <a:gd name="T76" fmla="*/ 132 w 246"/>
                <a:gd name="T77" fmla="*/ 3 h 246"/>
                <a:gd name="T78" fmla="*/ 137 w 246"/>
                <a:gd name="T79" fmla="*/ 12 h 246"/>
                <a:gd name="T80" fmla="*/ 139 w 246"/>
                <a:gd name="T81" fmla="*/ 23 h 246"/>
                <a:gd name="T82" fmla="*/ 141 w 246"/>
                <a:gd name="T83" fmla="*/ 35 h 246"/>
                <a:gd name="T84" fmla="*/ 149 w 246"/>
                <a:gd name="T85" fmla="*/ 61 h 246"/>
                <a:gd name="T86" fmla="*/ 162 w 246"/>
                <a:gd name="T87" fmla="*/ 80 h 246"/>
                <a:gd name="T88" fmla="*/ 180 w 246"/>
                <a:gd name="T89" fmla="*/ 94 h 246"/>
                <a:gd name="T90" fmla="*/ 205 w 246"/>
                <a:gd name="T91" fmla="*/ 104 h 246"/>
                <a:gd name="T92" fmla="*/ 220 w 246"/>
                <a:gd name="T93" fmla="*/ 107 h 246"/>
                <a:gd name="T94" fmla="*/ 234 w 246"/>
                <a:gd name="T95" fmla="*/ 109 h 246"/>
                <a:gd name="T96" fmla="*/ 243 w 246"/>
                <a:gd name="T97" fmla="*/ 114 h 246"/>
                <a:gd name="T98" fmla="*/ 246 w 246"/>
                <a:gd name="T99" fmla="*/ 123 h 2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246" h="246">
                  <a:moveTo>
                    <a:pt x="246" y="123"/>
                  </a:moveTo>
                  <a:lnTo>
                    <a:pt x="246" y="123"/>
                  </a:lnTo>
                  <a:cubicBezTo>
                    <a:pt x="246" y="126"/>
                    <a:pt x="245" y="129"/>
                    <a:pt x="243" y="132"/>
                  </a:cubicBezTo>
                  <a:cubicBezTo>
                    <a:pt x="241" y="134"/>
                    <a:pt x="238" y="136"/>
                    <a:pt x="234" y="136"/>
                  </a:cubicBezTo>
                  <a:cubicBezTo>
                    <a:pt x="230" y="137"/>
                    <a:pt x="225" y="138"/>
                    <a:pt x="220" y="139"/>
                  </a:cubicBezTo>
                  <a:cubicBezTo>
                    <a:pt x="215" y="140"/>
                    <a:pt x="210" y="141"/>
                    <a:pt x="205" y="142"/>
                  </a:cubicBezTo>
                  <a:cubicBezTo>
                    <a:pt x="196" y="145"/>
                    <a:pt x="187" y="148"/>
                    <a:pt x="180" y="152"/>
                  </a:cubicBezTo>
                  <a:cubicBezTo>
                    <a:pt x="173" y="155"/>
                    <a:pt x="167" y="160"/>
                    <a:pt x="162" y="166"/>
                  </a:cubicBezTo>
                  <a:cubicBezTo>
                    <a:pt x="157" y="171"/>
                    <a:pt x="153" y="177"/>
                    <a:pt x="149" y="185"/>
                  </a:cubicBezTo>
                  <a:cubicBezTo>
                    <a:pt x="146" y="192"/>
                    <a:pt x="143" y="201"/>
                    <a:pt x="141" y="210"/>
                  </a:cubicBezTo>
                  <a:cubicBezTo>
                    <a:pt x="140" y="214"/>
                    <a:pt x="139" y="218"/>
                    <a:pt x="139" y="222"/>
                  </a:cubicBezTo>
                  <a:cubicBezTo>
                    <a:pt x="138" y="226"/>
                    <a:pt x="138" y="230"/>
                    <a:pt x="137" y="234"/>
                  </a:cubicBezTo>
                  <a:cubicBezTo>
                    <a:pt x="136" y="237"/>
                    <a:pt x="134" y="240"/>
                    <a:pt x="132" y="242"/>
                  </a:cubicBezTo>
                  <a:cubicBezTo>
                    <a:pt x="130" y="245"/>
                    <a:pt x="127" y="246"/>
                    <a:pt x="123" y="246"/>
                  </a:cubicBezTo>
                  <a:cubicBezTo>
                    <a:pt x="120" y="246"/>
                    <a:pt x="117" y="245"/>
                    <a:pt x="114" y="242"/>
                  </a:cubicBezTo>
                  <a:cubicBezTo>
                    <a:pt x="112" y="240"/>
                    <a:pt x="110" y="237"/>
                    <a:pt x="110" y="234"/>
                  </a:cubicBezTo>
                  <a:cubicBezTo>
                    <a:pt x="109" y="229"/>
                    <a:pt x="108" y="224"/>
                    <a:pt x="107" y="219"/>
                  </a:cubicBezTo>
                  <a:cubicBezTo>
                    <a:pt x="106" y="215"/>
                    <a:pt x="105" y="210"/>
                    <a:pt x="104" y="205"/>
                  </a:cubicBezTo>
                  <a:cubicBezTo>
                    <a:pt x="101" y="195"/>
                    <a:pt x="98" y="187"/>
                    <a:pt x="94" y="180"/>
                  </a:cubicBezTo>
                  <a:cubicBezTo>
                    <a:pt x="91" y="173"/>
                    <a:pt x="86" y="167"/>
                    <a:pt x="80" y="162"/>
                  </a:cubicBezTo>
                  <a:cubicBezTo>
                    <a:pt x="75" y="157"/>
                    <a:pt x="69" y="152"/>
                    <a:pt x="61" y="149"/>
                  </a:cubicBezTo>
                  <a:cubicBezTo>
                    <a:pt x="54" y="146"/>
                    <a:pt x="45" y="143"/>
                    <a:pt x="36" y="140"/>
                  </a:cubicBezTo>
                  <a:cubicBezTo>
                    <a:pt x="32" y="140"/>
                    <a:pt x="28" y="139"/>
                    <a:pt x="24" y="138"/>
                  </a:cubicBezTo>
                  <a:cubicBezTo>
                    <a:pt x="20" y="138"/>
                    <a:pt x="16" y="137"/>
                    <a:pt x="12" y="136"/>
                  </a:cubicBezTo>
                  <a:cubicBezTo>
                    <a:pt x="9" y="136"/>
                    <a:pt x="6" y="134"/>
                    <a:pt x="4" y="132"/>
                  </a:cubicBezTo>
                  <a:cubicBezTo>
                    <a:pt x="1" y="129"/>
                    <a:pt x="0" y="126"/>
                    <a:pt x="0" y="123"/>
                  </a:cubicBezTo>
                  <a:cubicBezTo>
                    <a:pt x="0" y="119"/>
                    <a:pt x="1" y="116"/>
                    <a:pt x="4" y="114"/>
                  </a:cubicBezTo>
                  <a:cubicBezTo>
                    <a:pt x="6" y="112"/>
                    <a:pt x="9" y="110"/>
                    <a:pt x="12" y="109"/>
                  </a:cubicBezTo>
                  <a:cubicBezTo>
                    <a:pt x="17" y="108"/>
                    <a:pt x="22" y="107"/>
                    <a:pt x="27" y="107"/>
                  </a:cubicBezTo>
                  <a:cubicBezTo>
                    <a:pt x="31" y="106"/>
                    <a:pt x="36" y="105"/>
                    <a:pt x="41" y="104"/>
                  </a:cubicBezTo>
                  <a:cubicBezTo>
                    <a:pt x="51" y="101"/>
                    <a:pt x="59" y="98"/>
                    <a:pt x="66" y="94"/>
                  </a:cubicBezTo>
                  <a:cubicBezTo>
                    <a:pt x="73" y="90"/>
                    <a:pt x="79" y="85"/>
                    <a:pt x="84" y="80"/>
                  </a:cubicBezTo>
                  <a:cubicBezTo>
                    <a:pt x="89" y="75"/>
                    <a:pt x="94" y="68"/>
                    <a:pt x="97" y="61"/>
                  </a:cubicBezTo>
                  <a:cubicBezTo>
                    <a:pt x="100" y="53"/>
                    <a:pt x="103" y="45"/>
                    <a:pt x="106" y="35"/>
                  </a:cubicBezTo>
                  <a:cubicBezTo>
                    <a:pt x="106" y="31"/>
                    <a:pt x="107" y="27"/>
                    <a:pt x="108" y="23"/>
                  </a:cubicBezTo>
                  <a:cubicBezTo>
                    <a:pt x="108" y="20"/>
                    <a:pt x="109" y="16"/>
                    <a:pt x="110" y="12"/>
                  </a:cubicBezTo>
                  <a:cubicBezTo>
                    <a:pt x="110" y="8"/>
                    <a:pt x="112" y="5"/>
                    <a:pt x="114" y="3"/>
                  </a:cubicBezTo>
                  <a:cubicBezTo>
                    <a:pt x="117" y="1"/>
                    <a:pt x="120" y="0"/>
                    <a:pt x="123" y="0"/>
                  </a:cubicBezTo>
                  <a:cubicBezTo>
                    <a:pt x="127" y="0"/>
                    <a:pt x="130" y="1"/>
                    <a:pt x="132" y="3"/>
                  </a:cubicBezTo>
                  <a:cubicBezTo>
                    <a:pt x="134" y="5"/>
                    <a:pt x="136" y="8"/>
                    <a:pt x="137" y="12"/>
                  </a:cubicBezTo>
                  <a:cubicBezTo>
                    <a:pt x="138" y="16"/>
                    <a:pt x="138" y="20"/>
                    <a:pt x="139" y="23"/>
                  </a:cubicBezTo>
                  <a:cubicBezTo>
                    <a:pt x="139" y="27"/>
                    <a:pt x="140" y="31"/>
                    <a:pt x="141" y="35"/>
                  </a:cubicBezTo>
                  <a:cubicBezTo>
                    <a:pt x="143" y="45"/>
                    <a:pt x="146" y="53"/>
                    <a:pt x="149" y="61"/>
                  </a:cubicBezTo>
                  <a:cubicBezTo>
                    <a:pt x="153" y="68"/>
                    <a:pt x="157" y="75"/>
                    <a:pt x="162" y="80"/>
                  </a:cubicBezTo>
                  <a:cubicBezTo>
                    <a:pt x="167" y="85"/>
                    <a:pt x="173" y="90"/>
                    <a:pt x="180" y="94"/>
                  </a:cubicBezTo>
                  <a:cubicBezTo>
                    <a:pt x="187" y="98"/>
                    <a:pt x="196" y="101"/>
                    <a:pt x="205" y="104"/>
                  </a:cubicBezTo>
                  <a:cubicBezTo>
                    <a:pt x="210" y="105"/>
                    <a:pt x="215" y="106"/>
                    <a:pt x="220" y="107"/>
                  </a:cubicBezTo>
                  <a:cubicBezTo>
                    <a:pt x="225" y="107"/>
                    <a:pt x="230" y="108"/>
                    <a:pt x="234" y="109"/>
                  </a:cubicBezTo>
                  <a:cubicBezTo>
                    <a:pt x="238" y="110"/>
                    <a:pt x="241" y="112"/>
                    <a:pt x="243" y="114"/>
                  </a:cubicBezTo>
                  <a:cubicBezTo>
                    <a:pt x="245" y="116"/>
                    <a:pt x="246" y="119"/>
                    <a:pt x="246" y="123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3"/>
                </a:gs>
              </a:gsLst>
              <a:lin ang="16200000" scaled="1"/>
            </a:gra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76200" tIns="38100" rIns="76200" bIns="3810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71" b="0" i="0" u="none" strike="noStrike" kern="1200" cap="none" spc="0" normalizeH="0" baseline="0" noProof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8" name="Freeform 88">
              <a:extLst>
                <a:ext uri="{FF2B5EF4-FFF2-40B4-BE49-F238E27FC236}">
                  <a16:creationId xmlns:a16="http://schemas.microsoft.com/office/drawing/2014/main" id="{B8A8C119-8279-3FC6-845A-B372DF39CA1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0394" y="3739575"/>
              <a:ext cx="228600" cy="230188"/>
            </a:xfrm>
            <a:custGeom>
              <a:avLst/>
              <a:gdLst>
                <a:gd name="T0" fmla="*/ 0 w 232"/>
                <a:gd name="T1" fmla="*/ 219 h 233"/>
                <a:gd name="T2" fmla="*/ 0 w 232"/>
                <a:gd name="T3" fmla="*/ 219 h 233"/>
                <a:gd name="T4" fmla="*/ 4 w 232"/>
                <a:gd name="T5" fmla="*/ 209 h 233"/>
                <a:gd name="T6" fmla="*/ 208 w 232"/>
                <a:gd name="T7" fmla="*/ 4 h 233"/>
                <a:gd name="T8" fmla="*/ 218 w 232"/>
                <a:gd name="T9" fmla="*/ 0 h 233"/>
                <a:gd name="T10" fmla="*/ 228 w 232"/>
                <a:gd name="T11" fmla="*/ 4 h 233"/>
                <a:gd name="T12" fmla="*/ 232 w 232"/>
                <a:gd name="T13" fmla="*/ 14 h 233"/>
                <a:gd name="T14" fmla="*/ 228 w 232"/>
                <a:gd name="T15" fmla="*/ 24 h 233"/>
                <a:gd name="T16" fmla="*/ 23 w 232"/>
                <a:gd name="T17" fmla="*/ 228 h 233"/>
                <a:gd name="T18" fmla="*/ 13 w 232"/>
                <a:gd name="T19" fmla="*/ 233 h 233"/>
                <a:gd name="T20" fmla="*/ 4 w 232"/>
                <a:gd name="T21" fmla="*/ 228 h 233"/>
                <a:gd name="T22" fmla="*/ 0 w 232"/>
                <a:gd name="T23" fmla="*/ 219 h 2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32" h="233">
                  <a:moveTo>
                    <a:pt x="0" y="219"/>
                  </a:moveTo>
                  <a:lnTo>
                    <a:pt x="0" y="219"/>
                  </a:lnTo>
                  <a:cubicBezTo>
                    <a:pt x="0" y="215"/>
                    <a:pt x="1" y="212"/>
                    <a:pt x="4" y="209"/>
                  </a:cubicBezTo>
                  <a:lnTo>
                    <a:pt x="208" y="4"/>
                  </a:lnTo>
                  <a:cubicBezTo>
                    <a:pt x="211" y="2"/>
                    <a:pt x="214" y="0"/>
                    <a:pt x="218" y="0"/>
                  </a:cubicBezTo>
                  <a:cubicBezTo>
                    <a:pt x="222" y="0"/>
                    <a:pt x="225" y="2"/>
                    <a:pt x="228" y="4"/>
                  </a:cubicBezTo>
                  <a:cubicBezTo>
                    <a:pt x="230" y="7"/>
                    <a:pt x="232" y="10"/>
                    <a:pt x="232" y="14"/>
                  </a:cubicBezTo>
                  <a:cubicBezTo>
                    <a:pt x="232" y="18"/>
                    <a:pt x="230" y="21"/>
                    <a:pt x="228" y="24"/>
                  </a:cubicBezTo>
                  <a:lnTo>
                    <a:pt x="23" y="228"/>
                  </a:lnTo>
                  <a:cubicBezTo>
                    <a:pt x="20" y="231"/>
                    <a:pt x="17" y="233"/>
                    <a:pt x="13" y="233"/>
                  </a:cubicBezTo>
                  <a:cubicBezTo>
                    <a:pt x="9" y="233"/>
                    <a:pt x="6" y="231"/>
                    <a:pt x="4" y="228"/>
                  </a:cubicBezTo>
                  <a:cubicBezTo>
                    <a:pt x="1" y="226"/>
                    <a:pt x="0" y="223"/>
                    <a:pt x="0" y="219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3"/>
                </a:gs>
              </a:gsLst>
              <a:lin ang="16200000" scaled="1"/>
            </a:gra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765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9" name="Freeform 89">
              <a:extLst>
                <a:ext uri="{FF2B5EF4-FFF2-40B4-BE49-F238E27FC236}">
                  <a16:creationId xmlns:a16="http://schemas.microsoft.com/office/drawing/2014/main" id="{17CEAF77-6221-EB71-3F18-11E5579D2E31}"/>
                </a:ext>
              </a:extLst>
            </p:cNvPr>
            <p:cNvSpPr>
              <a:spLocks/>
            </p:cNvSpPr>
            <p:nvPr/>
          </p:nvSpPr>
          <p:spPr bwMode="auto">
            <a:xfrm>
              <a:off x="1935982" y="3658612"/>
              <a:ext cx="52388" cy="52388"/>
            </a:xfrm>
            <a:custGeom>
              <a:avLst/>
              <a:gdLst>
                <a:gd name="T0" fmla="*/ 27 w 53"/>
                <a:gd name="T1" fmla="*/ 53 h 53"/>
                <a:gd name="T2" fmla="*/ 27 w 53"/>
                <a:gd name="T3" fmla="*/ 53 h 53"/>
                <a:gd name="T4" fmla="*/ 45 w 53"/>
                <a:gd name="T5" fmla="*/ 45 h 53"/>
                <a:gd name="T6" fmla="*/ 53 w 53"/>
                <a:gd name="T7" fmla="*/ 26 h 53"/>
                <a:gd name="T8" fmla="*/ 45 w 53"/>
                <a:gd name="T9" fmla="*/ 7 h 53"/>
                <a:gd name="T10" fmla="*/ 27 w 53"/>
                <a:gd name="T11" fmla="*/ 0 h 53"/>
                <a:gd name="T12" fmla="*/ 8 w 53"/>
                <a:gd name="T13" fmla="*/ 7 h 53"/>
                <a:gd name="T14" fmla="*/ 0 w 53"/>
                <a:gd name="T15" fmla="*/ 26 h 53"/>
                <a:gd name="T16" fmla="*/ 8 w 53"/>
                <a:gd name="T17" fmla="*/ 45 h 53"/>
                <a:gd name="T18" fmla="*/ 27 w 53"/>
                <a:gd name="T19" fmla="*/ 5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3" h="53">
                  <a:moveTo>
                    <a:pt x="27" y="53"/>
                  </a:moveTo>
                  <a:lnTo>
                    <a:pt x="27" y="53"/>
                  </a:lnTo>
                  <a:cubicBezTo>
                    <a:pt x="34" y="53"/>
                    <a:pt x="40" y="50"/>
                    <a:pt x="45" y="45"/>
                  </a:cubicBezTo>
                  <a:cubicBezTo>
                    <a:pt x="51" y="40"/>
                    <a:pt x="53" y="33"/>
                    <a:pt x="53" y="26"/>
                  </a:cubicBezTo>
                  <a:cubicBezTo>
                    <a:pt x="53" y="19"/>
                    <a:pt x="51" y="13"/>
                    <a:pt x="45" y="7"/>
                  </a:cubicBezTo>
                  <a:cubicBezTo>
                    <a:pt x="40" y="2"/>
                    <a:pt x="34" y="0"/>
                    <a:pt x="27" y="0"/>
                  </a:cubicBezTo>
                  <a:cubicBezTo>
                    <a:pt x="19" y="0"/>
                    <a:pt x="13" y="2"/>
                    <a:pt x="8" y="7"/>
                  </a:cubicBezTo>
                  <a:cubicBezTo>
                    <a:pt x="3" y="13"/>
                    <a:pt x="0" y="19"/>
                    <a:pt x="0" y="26"/>
                  </a:cubicBezTo>
                  <a:cubicBezTo>
                    <a:pt x="0" y="33"/>
                    <a:pt x="3" y="40"/>
                    <a:pt x="8" y="45"/>
                  </a:cubicBezTo>
                  <a:cubicBezTo>
                    <a:pt x="13" y="50"/>
                    <a:pt x="19" y="53"/>
                    <a:pt x="27" y="53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765" b="0" i="0" u="none" strike="noStrike" kern="1200" cap="none" spc="0" normalizeH="0" baseline="0" noProof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30" name="Freeform 90">
              <a:extLst>
                <a:ext uri="{FF2B5EF4-FFF2-40B4-BE49-F238E27FC236}">
                  <a16:creationId xmlns:a16="http://schemas.microsoft.com/office/drawing/2014/main" id="{11592EE9-5135-D433-5784-6DFBE5CE6D19}"/>
                </a:ext>
              </a:extLst>
            </p:cNvPr>
            <p:cNvSpPr>
              <a:spLocks/>
            </p:cNvSpPr>
            <p:nvPr/>
          </p:nvSpPr>
          <p:spPr bwMode="auto">
            <a:xfrm>
              <a:off x="1824857" y="3550662"/>
              <a:ext cx="60325" cy="58738"/>
            </a:xfrm>
            <a:custGeom>
              <a:avLst/>
              <a:gdLst>
                <a:gd name="T0" fmla="*/ 31 w 62"/>
                <a:gd name="T1" fmla="*/ 60 h 60"/>
                <a:gd name="T2" fmla="*/ 31 w 62"/>
                <a:gd name="T3" fmla="*/ 60 h 60"/>
                <a:gd name="T4" fmla="*/ 28 w 62"/>
                <a:gd name="T5" fmla="*/ 57 h 60"/>
                <a:gd name="T6" fmla="*/ 25 w 62"/>
                <a:gd name="T7" fmla="*/ 46 h 60"/>
                <a:gd name="T8" fmla="*/ 21 w 62"/>
                <a:gd name="T9" fmla="*/ 40 h 60"/>
                <a:gd name="T10" fmla="*/ 14 w 62"/>
                <a:gd name="T11" fmla="*/ 36 h 60"/>
                <a:gd name="T12" fmla="*/ 3 w 62"/>
                <a:gd name="T13" fmla="*/ 33 h 60"/>
                <a:gd name="T14" fmla="*/ 0 w 62"/>
                <a:gd name="T15" fmla="*/ 30 h 60"/>
                <a:gd name="T16" fmla="*/ 3 w 62"/>
                <a:gd name="T17" fmla="*/ 26 h 60"/>
                <a:gd name="T18" fmla="*/ 14 w 62"/>
                <a:gd name="T19" fmla="*/ 23 h 60"/>
                <a:gd name="T20" fmla="*/ 21 w 62"/>
                <a:gd name="T21" fmla="*/ 19 h 60"/>
                <a:gd name="T22" fmla="*/ 25 w 62"/>
                <a:gd name="T23" fmla="*/ 13 h 60"/>
                <a:gd name="T24" fmla="*/ 28 w 62"/>
                <a:gd name="T25" fmla="*/ 3 h 60"/>
                <a:gd name="T26" fmla="*/ 31 w 62"/>
                <a:gd name="T27" fmla="*/ 0 h 60"/>
                <a:gd name="T28" fmla="*/ 34 w 62"/>
                <a:gd name="T29" fmla="*/ 3 h 60"/>
                <a:gd name="T30" fmla="*/ 37 w 62"/>
                <a:gd name="T31" fmla="*/ 13 h 60"/>
                <a:gd name="T32" fmla="*/ 41 w 62"/>
                <a:gd name="T33" fmla="*/ 19 h 60"/>
                <a:gd name="T34" fmla="*/ 48 w 62"/>
                <a:gd name="T35" fmla="*/ 23 h 60"/>
                <a:gd name="T36" fmla="*/ 59 w 62"/>
                <a:gd name="T37" fmla="*/ 26 h 60"/>
                <a:gd name="T38" fmla="*/ 62 w 62"/>
                <a:gd name="T39" fmla="*/ 30 h 60"/>
                <a:gd name="T40" fmla="*/ 59 w 62"/>
                <a:gd name="T41" fmla="*/ 33 h 60"/>
                <a:gd name="T42" fmla="*/ 48 w 62"/>
                <a:gd name="T43" fmla="*/ 36 h 60"/>
                <a:gd name="T44" fmla="*/ 41 w 62"/>
                <a:gd name="T45" fmla="*/ 40 h 60"/>
                <a:gd name="T46" fmla="*/ 37 w 62"/>
                <a:gd name="T47" fmla="*/ 46 h 60"/>
                <a:gd name="T48" fmla="*/ 34 w 62"/>
                <a:gd name="T49" fmla="*/ 57 h 60"/>
                <a:gd name="T50" fmla="*/ 31 w 62"/>
                <a:gd name="T51" fmla="*/ 6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62" h="60">
                  <a:moveTo>
                    <a:pt x="31" y="60"/>
                  </a:moveTo>
                  <a:lnTo>
                    <a:pt x="31" y="60"/>
                  </a:lnTo>
                  <a:cubicBezTo>
                    <a:pt x="29" y="60"/>
                    <a:pt x="28" y="59"/>
                    <a:pt x="28" y="57"/>
                  </a:cubicBezTo>
                  <a:cubicBezTo>
                    <a:pt x="27" y="53"/>
                    <a:pt x="26" y="49"/>
                    <a:pt x="25" y="46"/>
                  </a:cubicBezTo>
                  <a:cubicBezTo>
                    <a:pt x="24" y="44"/>
                    <a:pt x="22" y="41"/>
                    <a:pt x="21" y="40"/>
                  </a:cubicBezTo>
                  <a:cubicBezTo>
                    <a:pt x="19" y="38"/>
                    <a:pt x="17" y="37"/>
                    <a:pt x="14" y="36"/>
                  </a:cubicBezTo>
                  <a:cubicBezTo>
                    <a:pt x="11" y="35"/>
                    <a:pt x="8" y="34"/>
                    <a:pt x="3" y="33"/>
                  </a:cubicBezTo>
                  <a:cubicBezTo>
                    <a:pt x="1" y="33"/>
                    <a:pt x="0" y="31"/>
                    <a:pt x="0" y="30"/>
                  </a:cubicBezTo>
                  <a:cubicBezTo>
                    <a:pt x="0" y="28"/>
                    <a:pt x="1" y="27"/>
                    <a:pt x="3" y="26"/>
                  </a:cubicBezTo>
                  <a:cubicBezTo>
                    <a:pt x="8" y="25"/>
                    <a:pt x="11" y="24"/>
                    <a:pt x="14" y="23"/>
                  </a:cubicBezTo>
                  <a:cubicBezTo>
                    <a:pt x="17" y="22"/>
                    <a:pt x="19" y="21"/>
                    <a:pt x="21" y="19"/>
                  </a:cubicBezTo>
                  <a:cubicBezTo>
                    <a:pt x="22" y="18"/>
                    <a:pt x="24" y="16"/>
                    <a:pt x="25" y="13"/>
                  </a:cubicBezTo>
                  <a:cubicBezTo>
                    <a:pt x="26" y="10"/>
                    <a:pt x="27" y="6"/>
                    <a:pt x="28" y="3"/>
                  </a:cubicBezTo>
                  <a:cubicBezTo>
                    <a:pt x="28" y="1"/>
                    <a:pt x="29" y="0"/>
                    <a:pt x="31" y="0"/>
                  </a:cubicBezTo>
                  <a:cubicBezTo>
                    <a:pt x="33" y="0"/>
                    <a:pt x="34" y="1"/>
                    <a:pt x="34" y="3"/>
                  </a:cubicBezTo>
                  <a:cubicBezTo>
                    <a:pt x="35" y="6"/>
                    <a:pt x="36" y="10"/>
                    <a:pt x="37" y="13"/>
                  </a:cubicBezTo>
                  <a:cubicBezTo>
                    <a:pt x="38" y="16"/>
                    <a:pt x="39" y="18"/>
                    <a:pt x="41" y="19"/>
                  </a:cubicBezTo>
                  <a:cubicBezTo>
                    <a:pt x="43" y="21"/>
                    <a:pt x="45" y="22"/>
                    <a:pt x="48" y="23"/>
                  </a:cubicBezTo>
                  <a:cubicBezTo>
                    <a:pt x="51" y="24"/>
                    <a:pt x="54" y="25"/>
                    <a:pt x="59" y="26"/>
                  </a:cubicBezTo>
                  <a:cubicBezTo>
                    <a:pt x="61" y="27"/>
                    <a:pt x="62" y="28"/>
                    <a:pt x="62" y="30"/>
                  </a:cubicBezTo>
                  <a:cubicBezTo>
                    <a:pt x="62" y="31"/>
                    <a:pt x="61" y="33"/>
                    <a:pt x="59" y="33"/>
                  </a:cubicBezTo>
                  <a:cubicBezTo>
                    <a:pt x="54" y="34"/>
                    <a:pt x="51" y="35"/>
                    <a:pt x="48" y="36"/>
                  </a:cubicBezTo>
                  <a:cubicBezTo>
                    <a:pt x="45" y="37"/>
                    <a:pt x="43" y="38"/>
                    <a:pt x="41" y="40"/>
                  </a:cubicBezTo>
                  <a:cubicBezTo>
                    <a:pt x="39" y="41"/>
                    <a:pt x="38" y="44"/>
                    <a:pt x="37" y="46"/>
                  </a:cubicBezTo>
                  <a:cubicBezTo>
                    <a:pt x="36" y="49"/>
                    <a:pt x="35" y="53"/>
                    <a:pt x="34" y="57"/>
                  </a:cubicBezTo>
                  <a:cubicBezTo>
                    <a:pt x="34" y="59"/>
                    <a:pt x="33" y="60"/>
                    <a:pt x="31" y="60"/>
                  </a:cubicBezTo>
                  <a:close/>
                </a:path>
              </a:pathLst>
            </a:custGeom>
            <a:solidFill>
              <a:srgbClr val="0078D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765" b="0" i="0" u="none" strike="noStrike" kern="1200" cap="none" spc="0" normalizeH="0" baseline="0" noProof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31" name="Freeform 91">
              <a:extLst>
                <a:ext uri="{FF2B5EF4-FFF2-40B4-BE49-F238E27FC236}">
                  <a16:creationId xmlns:a16="http://schemas.microsoft.com/office/drawing/2014/main" id="{8D5AE585-630A-8785-4804-F7AF974D4A7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40757" y="3550662"/>
              <a:ext cx="58738" cy="58738"/>
            </a:xfrm>
            <a:custGeom>
              <a:avLst/>
              <a:gdLst>
                <a:gd name="T0" fmla="*/ 30 w 61"/>
                <a:gd name="T1" fmla="*/ 60 h 60"/>
                <a:gd name="T2" fmla="*/ 30 w 61"/>
                <a:gd name="T3" fmla="*/ 60 h 60"/>
                <a:gd name="T4" fmla="*/ 27 w 61"/>
                <a:gd name="T5" fmla="*/ 57 h 60"/>
                <a:gd name="T6" fmla="*/ 24 w 61"/>
                <a:gd name="T7" fmla="*/ 46 h 60"/>
                <a:gd name="T8" fmla="*/ 20 w 61"/>
                <a:gd name="T9" fmla="*/ 40 h 60"/>
                <a:gd name="T10" fmla="*/ 14 w 61"/>
                <a:gd name="T11" fmla="*/ 36 h 60"/>
                <a:gd name="T12" fmla="*/ 3 w 61"/>
                <a:gd name="T13" fmla="*/ 33 h 60"/>
                <a:gd name="T14" fmla="*/ 0 w 61"/>
                <a:gd name="T15" fmla="*/ 30 h 60"/>
                <a:gd name="T16" fmla="*/ 3 w 61"/>
                <a:gd name="T17" fmla="*/ 26 h 60"/>
                <a:gd name="T18" fmla="*/ 14 w 61"/>
                <a:gd name="T19" fmla="*/ 23 h 60"/>
                <a:gd name="T20" fmla="*/ 20 w 61"/>
                <a:gd name="T21" fmla="*/ 19 h 60"/>
                <a:gd name="T22" fmla="*/ 24 w 61"/>
                <a:gd name="T23" fmla="*/ 13 h 60"/>
                <a:gd name="T24" fmla="*/ 27 w 61"/>
                <a:gd name="T25" fmla="*/ 3 h 60"/>
                <a:gd name="T26" fmla="*/ 30 w 61"/>
                <a:gd name="T27" fmla="*/ 0 h 60"/>
                <a:gd name="T28" fmla="*/ 34 w 61"/>
                <a:gd name="T29" fmla="*/ 3 h 60"/>
                <a:gd name="T30" fmla="*/ 37 w 61"/>
                <a:gd name="T31" fmla="*/ 13 h 60"/>
                <a:gd name="T32" fmla="*/ 41 w 61"/>
                <a:gd name="T33" fmla="*/ 19 h 60"/>
                <a:gd name="T34" fmla="*/ 47 w 61"/>
                <a:gd name="T35" fmla="*/ 23 h 60"/>
                <a:gd name="T36" fmla="*/ 58 w 61"/>
                <a:gd name="T37" fmla="*/ 26 h 60"/>
                <a:gd name="T38" fmla="*/ 61 w 61"/>
                <a:gd name="T39" fmla="*/ 30 h 60"/>
                <a:gd name="T40" fmla="*/ 58 w 61"/>
                <a:gd name="T41" fmla="*/ 33 h 60"/>
                <a:gd name="T42" fmla="*/ 47 w 61"/>
                <a:gd name="T43" fmla="*/ 36 h 60"/>
                <a:gd name="T44" fmla="*/ 41 w 61"/>
                <a:gd name="T45" fmla="*/ 40 h 60"/>
                <a:gd name="T46" fmla="*/ 37 w 61"/>
                <a:gd name="T47" fmla="*/ 46 h 60"/>
                <a:gd name="T48" fmla="*/ 34 w 61"/>
                <a:gd name="T49" fmla="*/ 57 h 60"/>
                <a:gd name="T50" fmla="*/ 30 w 61"/>
                <a:gd name="T51" fmla="*/ 6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61" h="60">
                  <a:moveTo>
                    <a:pt x="30" y="60"/>
                  </a:moveTo>
                  <a:lnTo>
                    <a:pt x="30" y="60"/>
                  </a:lnTo>
                  <a:cubicBezTo>
                    <a:pt x="29" y="60"/>
                    <a:pt x="27" y="59"/>
                    <a:pt x="27" y="57"/>
                  </a:cubicBezTo>
                  <a:cubicBezTo>
                    <a:pt x="26" y="53"/>
                    <a:pt x="25" y="49"/>
                    <a:pt x="24" y="46"/>
                  </a:cubicBezTo>
                  <a:cubicBezTo>
                    <a:pt x="23" y="44"/>
                    <a:pt x="22" y="41"/>
                    <a:pt x="20" y="40"/>
                  </a:cubicBezTo>
                  <a:cubicBezTo>
                    <a:pt x="19" y="38"/>
                    <a:pt x="16" y="37"/>
                    <a:pt x="14" y="36"/>
                  </a:cubicBezTo>
                  <a:cubicBezTo>
                    <a:pt x="11" y="35"/>
                    <a:pt x="7" y="34"/>
                    <a:pt x="3" y="33"/>
                  </a:cubicBezTo>
                  <a:cubicBezTo>
                    <a:pt x="1" y="33"/>
                    <a:pt x="0" y="31"/>
                    <a:pt x="0" y="30"/>
                  </a:cubicBezTo>
                  <a:cubicBezTo>
                    <a:pt x="0" y="28"/>
                    <a:pt x="1" y="27"/>
                    <a:pt x="3" y="26"/>
                  </a:cubicBezTo>
                  <a:cubicBezTo>
                    <a:pt x="7" y="25"/>
                    <a:pt x="11" y="24"/>
                    <a:pt x="14" y="23"/>
                  </a:cubicBezTo>
                  <a:cubicBezTo>
                    <a:pt x="16" y="22"/>
                    <a:pt x="19" y="21"/>
                    <a:pt x="20" y="19"/>
                  </a:cubicBezTo>
                  <a:cubicBezTo>
                    <a:pt x="22" y="18"/>
                    <a:pt x="23" y="16"/>
                    <a:pt x="24" y="13"/>
                  </a:cubicBezTo>
                  <a:cubicBezTo>
                    <a:pt x="25" y="10"/>
                    <a:pt x="26" y="6"/>
                    <a:pt x="27" y="3"/>
                  </a:cubicBezTo>
                  <a:cubicBezTo>
                    <a:pt x="27" y="1"/>
                    <a:pt x="29" y="0"/>
                    <a:pt x="30" y="0"/>
                  </a:cubicBezTo>
                  <a:cubicBezTo>
                    <a:pt x="32" y="0"/>
                    <a:pt x="33" y="1"/>
                    <a:pt x="34" y="3"/>
                  </a:cubicBezTo>
                  <a:cubicBezTo>
                    <a:pt x="35" y="6"/>
                    <a:pt x="36" y="10"/>
                    <a:pt x="37" y="13"/>
                  </a:cubicBezTo>
                  <a:cubicBezTo>
                    <a:pt x="38" y="16"/>
                    <a:pt x="39" y="18"/>
                    <a:pt x="41" y="19"/>
                  </a:cubicBezTo>
                  <a:cubicBezTo>
                    <a:pt x="42" y="21"/>
                    <a:pt x="44" y="22"/>
                    <a:pt x="47" y="23"/>
                  </a:cubicBezTo>
                  <a:cubicBezTo>
                    <a:pt x="50" y="24"/>
                    <a:pt x="54" y="25"/>
                    <a:pt x="58" y="26"/>
                  </a:cubicBezTo>
                  <a:cubicBezTo>
                    <a:pt x="60" y="27"/>
                    <a:pt x="61" y="28"/>
                    <a:pt x="61" y="30"/>
                  </a:cubicBezTo>
                  <a:cubicBezTo>
                    <a:pt x="61" y="31"/>
                    <a:pt x="60" y="33"/>
                    <a:pt x="58" y="33"/>
                  </a:cubicBezTo>
                  <a:cubicBezTo>
                    <a:pt x="54" y="34"/>
                    <a:pt x="50" y="35"/>
                    <a:pt x="47" y="36"/>
                  </a:cubicBezTo>
                  <a:cubicBezTo>
                    <a:pt x="44" y="37"/>
                    <a:pt x="42" y="38"/>
                    <a:pt x="41" y="40"/>
                  </a:cubicBezTo>
                  <a:cubicBezTo>
                    <a:pt x="39" y="41"/>
                    <a:pt x="38" y="44"/>
                    <a:pt x="37" y="46"/>
                  </a:cubicBezTo>
                  <a:cubicBezTo>
                    <a:pt x="36" y="49"/>
                    <a:pt x="35" y="53"/>
                    <a:pt x="34" y="57"/>
                  </a:cubicBezTo>
                  <a:cubicBezTo>
                    <a:pt x="33" y="59"/>
                    <a:pt x="32" y="60"/>
                    <a:pt x="30" y="60"/>
                  </a:cubicBezTo>
                  <a:close/>
                </a:path>
              </a:pathLst>
            </a:custGeom>
            <a:solidFill>
              <a:srgbClr val="0078D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765" b="0" i="0" u="none" strike="noStrike" kern="1200" cap="none" spc="0" normalizeH="0" baseline="0" noProof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32" name="Freeform 92">
              <a:extLst>
                <a:ext uri="{FF2B5EF4-FFF2-40B4-BE49-F238E27FC236}">
                  <a16:creationId xmlns:a16="http://schemas.microsoft.com/office/drawing/2014/main" id="{E2902705-FCC6-AE77-09F6-798AB93A62E8}"/>
                </a:ext>
              </a:extLst>
            </p:cNvPr>
            <p:cNvSpPr>
              <a:spLocks/>
            </p:cNvSpPr>
            <p:nvPr/>
          </p:nvSpPr>
          <p:spPr bwMode="auto">
            <a:xfrm>
              <a:off x="2040757" y="3763387"/>
              <a:ext cx="58738" cy="61913"/>
            </a:xfrm>
            <a:custGeom>
              <a:avLst/>
              <a:gdLst>
                <a:gd name="T0" fmla="*/ 30 w 61"/>
                <a:gd name="T1" fmla="*/ 0 h 62"/>
                <a:gd name="T2" fmla="*/ 30 w 61"/>
                <a:gd name="T3" fmla="*/ 0 h 62"/>
                <a:gd name="T4" fmla="*/ 34 w 61"/>
                <a:gd name="T5" fmla="*/ 3 h 62"/>
                <a:gd name="T6" fmla="*/ 37 w 61"/>
                <a:gd name="T7" fmla="*/ 14 h 62"/>
                <a:gd name="T8" fmla="*/ 41 w 61"/>
                <a:gd name="T9" fmla="*/ 21 h 62"/>
                <a:gd name="T10" fmla="*/ 47 w 61"/>
                <a:gd name="T11" fmla="*/ 25 h 62"/>
                <a:gd name="T12" fmla="*/ 58 w 61"/>
                <a:gd name="T13" fmla="*/ 28 h 62"/>
                <a:gd name="T14" fmla="*/ 61 w 61"/>
                <a:gd name="T15" fmla="*/ 31 h 62"/>
                <a:gd name="T16" fmla="*/ 58 w 61"/>
                <a:gd name="T17" fmla="*/ 34 h 62"/>
                <a:gd name="T18" fmla="*/ 47 w 61"/>
                <a:gd name="T19" fmla="*/ 37 h 62"/>
                <a:gd name="T20" fmla="*/ 41 w 61"/>
                <a:gd name="T21" fmla="*/ 41 h 62"/>
                <a:gd name="T22" fmla="*/ 37 w 61"/>
                <a:gd name="T23" fmla="*/ 48 h 62"/>
                <a:gd name="T24" fmla="*/ 34 w 61"/>
                <a:gd name="T25" fmla="*/ 59 h 62"/>
                <a:gd name="T26" fmla="*/ 30 w 61"/>
                <a:gd name="T27" fmla="*/ 62 h 62"/>
                <a:gd name="T28" fmla="*/ 27 w 61"/>
                <a:gd name="T29" fmla="*/ 59 h 62"/>
                <a:gd name="T30" fmla="*/ 24 w 61"/>
                <a:gd name="T31" fmla="*/ 48 h 62"/>
                <a:gd name="T32" fmla="*/ 20 w 61"/>
                <a:gd name="T33" fmla="*/ 41 h 62"/>
                <a:gd name="T34" fmla="*/ 14 w 61"/>
                <a:gd name="T35" fmla="*/ 37 h 62"/>
                <a:gd name="T36" fmla="*/ 3 w 61"/>
                <a:gd name="T37" fmla="*/ 34 h 62"/>
                <a:gd name="T38" fmla="*/ 0 w 61"/>
                <a:gd name="T39" fmla="*/ 31 h 62"/>
                <a:gd name="T40" fmla="*/ 3 w 61"/>
                <a:gd name="T41" fmla="*/ 28 h 62"/>
                <a:gd name="T42" fmla="*/ 14 w 61"/>
                <a:gd name="T43" fmla="*/ 25 h 62"/>
                <a:gd name="T44" fmla="*/ 20 w 61"/>
                <a:gd name="T45" fmla="*/ 21 h 62"/>
                <a:gd name="T46" fmla="*/ 24 w 61"/>
                <a:gd name="T47" fmla="*/ 14 h 62"/>
                <a:gd name="T48" fmla="*/ 27 w 61"/>
                <a:gd name="T49" fmla="*/ 3 h 62"/>
                <a:gd name="T50" fmla="*/ 30 w 61"/>
                <a:gd name="T51" fmla="*/ 0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61" h="62">
                  <a:moveTo>
                    <a:pt x="30" y="0"/>
                  </a:moveTo>
                  <a:lnTo>
                    <a:pt x="30" y="0"/>
                  </a:lnTo>
                  <a:cubicBezTo>
                    <a:pt x="32" y="0"/>
                    <a:pt x="33" y="1"/>
                    <a:pt x="34" y="3"/>
                  </a:cubicBezTo>
                  <a:cubicBezTo>
                    <a:pt x="35" y="8"/>
                    <a:pt x="36" y="11"/>
                    <a:pt x="37" y="14"/>
                  </a:cubicBezTo>
                  <a:cubicBezTo>
                    <a:pt x="38" y="17"/>
                    <a:pt x="39" y="19"/>
                    <a:pt x="41" y="21"/>
                  </a:cubicBezTo>
                  <a:cubicBezTo>
                    <a:pt x="42" y="23"/>
                    <a:pt x="44" y="24"/>
                    <a:pt x="47" y="25"/>
                  </a:cubicBezTo>
                  <a:cubicBezTo>
                    <a:pt x="50" y="26"/>
                    <a:pt x="54" y="27"/>
                    <a:pt x="58" y="28"/>
                  </a:cubicBezTo>
                  <a:cubicBezTo>
                    <a:pt x="60" y="28"/>
                    <a:pt x="61" y="29"/>
                    <a:pt x="61" y="31"/>
                  </a:cubicBezTo>
                  <a:cubicBezTo>
                    <a:pt x="61" y="33"/>
                    <a:pt x="60" y="34"/>
                    <a:pt x="58" y="34"/>
                  </a:cubicBezTo>
                  <a:cubicBezTo>
                    <a:pt x="54" y="35"/>
                    <a:pt x="50" y="36"/>
                    <a:pt x="47" y="37"/>
                  </a:cubicBezTo>
                  <a:cubicBezTo>
                    <a:pt x="44" y="38"/>
                    <a:pt x="42" y="39"/>
                    <a:pt x="41" y="41"/>
                  </a:cubicBezTo>
                  <a:cubicBezTo>
                    <a:pt x="39" y="43"/>
                    <a:pt x="38" y="45"/>
                    <a:pt x="37" y="48"/>
                  </a:cubicBezTo>
                  <a:cubicBezTo>
                    <a:pt x="36" y="51"/>
                    <a:pt x="35" y="54"/>
                    <a:pt x="34" y="59"/>
                  </a:cubicBezTo>
                  <a:cubicBezTo>
                    <a:pt x="33" y="61"/>
                    <a:pt x="32" y="62"/>
                    <a:pt x="30" y="62"/>
                  </a:cubicBezTo>
                  <a:cubicBezTo>
                    <a:pt x="29" y="62"/>
                    <a:pt x="27" y="61"/>
                    <a:pt x="27" y="59"/>
                  </a:cubicBezTo>
                  <a:cubicBezTo>
                    <a:pt x="26" y="54"/>
                    <a:pt x="25" y="51"/>
                    <a:pt x="24" y="48"/>
                  </a:cubicBezTo>
                  <a:cubicBezTo>
                    <a:pt x="23" y="45"/>
                    <a:pt x="22" y="43"/>
                    <a:pt x="20" y="41"/>
                  </a:cubicBezTo>
                  <a:cubicBezTo>
                    <a:pt x="19" y="39"/>
                    <a:pt x="16" y="38"/>
                    <a:pt x="14" y="37"/>
                  </a:cubicBezTo>
                  <a:cubicBezTo>
                    <a:pt x="11" y="36"/>
                    <a:pt x="7" y="35"/>
                    <a:pt x="3" y="34"/>
                  </a:cubicBezTo>
                  <a:cubicBezTo>
                    <a:pt x="1" y="34"/>
                    <a:pt x="0" y="33"/>
                    <a:pt x="0" y="31"/>
                  </a:cubicBezTo>
                  <a:cubicBezTo>
                    <a:pt x="0" y="29"/>
                    <a:pt x="1" y="28"/>
                    <a:pt x="3" y="28"/>
                  </a:cubicBezTo>
                  <a:cubicBezTo>
                    <a:pt x="7" y="27"/>
                    <a:pt x="11" y="26"/>
                    <a:pt x="14" y="25"/>
                  </a:cubicBezTo>
                  <a:cubicBezTo>
                    <a:pt x="16" y="24"/>
                    <a:pt x="19" y="23"/>
                    <a:pt x="20" y="21"/>
                  </a:cubicBezTo>
                  <a:cubicBezTo>
                    <a:pt x="22" y="19"/>
                    <a:pt x="23" y="17"/>
                    <a:pt x="24" y="14"/>
                  </a:cubicBezTo>
                  <a:cubicBezTo>
                    <a:pt x="25" y="11"/>
                    <a:pt x="26" y="8"/>
                    <a:pt x="27" y="3"/>
                  </a:cubicBezTo>
                  <a:cubicBezTo>
                    <a:pt x="27" y="1"/>
                    <a:pt x="29" y="0"/>
                    <a:pt x="30" y="0"/>
                  </a:cubicBezTo>
                  <a:close/>
                </a:path>
              </a:pathLst>
            </a:custGeom>
            <a:solidFill>
              <a:srgbClr val="0078D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765" b="0" i="0" u="none" strike="noStrike" kern="1200" cap="none" spc="0" normalizeH="0" baseline="0" noProof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382180A-11C3-E033-490B-CF3E97C1AE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0745" y="2857254"/>
            <a:ext cx="393775" cy="495338"/>
            <a:chOff x="4346061" y="3627788"/>
            <a:chExt cx="292364" cy="367771"/>
          </a:xfrm>
        </p:grpSpPr>
        <p:sp>
          <p:nvSpPr>
            <p:cNvPr id="35" name="Freeform 5">
              <a:extLst>
                <a:ext uri="{FF2B5EF4-FFF2-40B4-BE49-F238E27FC236}">
                  <a16:creationId xmlns:a16="http://schemas.microsoft.com/office/drawing/2014/main" id="{468F7B8F-FB38-A62A-9E3A-8CFB096199F3}"/>
                </a:ext>
              </a:extLst>
            </p:cNvPr>
            <p:cNvSpPr>
              <a:spLocks/>
            </p:cNvSpPr>
            <p:nvPr/>
          </p:nvSpPr>
          <p:spPr bwMode="auto">
            <a:xfrm>
              <a:off x="4346061" y="3627788"/>
              <a:ext cx="236802" cy="289719"/>
            </a:xfrm>
            <a:custGeom>
              <a:avLst/>
              <a:gdLst>
                <a:gd name="T0" fmla="*/ 140 w 240"/>
                <a:gd name="T1" fmla="*/ 220 h 293"/>
                <a:gd name="T2" fmla="*/ 140 w 240"/>
                <a:gd name="T3" fmla="*/ 220 h 293"/>
                <a:gd name="T4" fmla="*/ 33 w 240"/>
                <a:gd name="T5" fmla="*/ 113 h 293"/>
                <a:gd name="T6" fmla="*/ 89 w 240"/>
                <a:gd name="T7" fmla="*/ 57 h 293"/>
                <a:gd name="T8" fmla="*/ 140 w 240"/>
                <a:gd name="T9" fmla="*/ 107 h 293"/>
                <a:gd name="T10" fmla="*/ 208 w 240"/>
                <a:gd name="T11" fmla="*/ 39 h 293"/>
                <a:gd name="T12" fmla="*/ 205 w 240"/>
                <a:gd name="T13" fmla="*/ 35 h 293"/>
                <a:gd name="T14" fmla="*/ 167 w 240"/>
                <a:gd name="T15" fmla="*/ 9 h 293"/>
                <a:gd name="T16" fmla="*/ 120 w 240"/>
                <a:gd name="T17" fmla="*/ 0 h 293"/>
                <a:gd name="T18" fmla="*/ 73 w 240"/>
                <a:gd name="T19" fmla="*/ 9 h 293"/>
                <a:gd name="T20" fmla="*/ 35 w 240"/>
                <a:gd name="T21" fmla="*/ 35 h 293"/>
                <a:gd name="T22" fmla="*/ 9 w 240"/>
                <a:gd name="T23" fmla="*/ 73 h 293"/>
                <a:gd name="T24" fmla="*/ 0 w 240"/>
                <a:gd name="T25" fmla="*/ 120 h 293"/>
                <a:gd name="T26" fmla="*/ 9 w 240"/>
                <a:gd name="T27" fmla="*/ 165 h 293"/>
                <a:gd name="T28" fmla="*/ 36 w 240"/>
                <a:gd name="T29" fmla="*/ 203 h 293"/>
                <a:gd name="T30" fmla="*/ 66 w 240"/>
                <a:gd name="T31" fmla="*/ 244 h 293"/>
                <a:gd name="T32" fmla="*/ 79 w 240"/>
                <a:gd name="T33" fmla="*/ 293 h 293"/>
                <a:gd name="T34" fmla="*/ 161 w 240"/>
                <a:gd name="T35" fmla="*/ 293 h 293"/>
                <a:gd name="T36" fmla="*/ 174 w 240"/>
                <a:gd name="T37" fmla="*/ 244 h 293"/>
                <a:gd name="T38" fmla="*/ 204 w 240"/>
                <a:gd name="T39" fmla="*/ 203 h 293"/>
                <a:gd name="T40" fmla="*/ 231 w 240"/>
                <a:gd name="T41" fmla="*/ 165 h 293"/>
                <a:gd name="T42" fmla="*/ 240 w 240"/>
                <a:gd name="T43" fmla="*/ 120 h 293"/>
                <a:gd name="T44" fmla="*/ 140 w 240"/>
                <a:gd name="T45" fmla="*/ 220 h 2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240" h="293">
                  <a:moveTo>
                    <a:pt x="140" y="220"/>
                  </a:moveTo>
                  <a:lnTo>
                    <a:pt x="140" y="220"/>
                  </a:lnTo>
                  <a:lnTo>
                    <a:pt x="33" y="113"/>
                  </a:lnTo>
                  <a:lnTo>
                    <a:pt x="89" y="57"/>
                  </a:lnTo>
                  <a:lnTo>
                    <a:pt x="140" y="107"/>
                  </a:lnTo>
                  <a:lnTo>
                    <a:pt x="208" y="39"/>
                  </a:lnTo>
                  <a:cubicBezTo>
                    <a:pt x="207" y="37"/>
                    <a:pt x="206" y="36"/>
                    <a:pt x="205" y="35"/>
                  </a:cubicBezTo>
                  <a:cubicBezTo>
                    <a:pt x="194" y="24"/>
                    <a:pt x="181" y="15"/>
                    <a:pt x="167" y="9"/>
                  </a:cubicBezTo>
                  <a:cubicBezTo>
                    <a:pt x="152" y="3"/>
                    <a:pt x="137" y="0"/>
                    <a:pt x="120" y="0"/>
                  </a:cubicBezTo>
                  <a:cubicBezTo>
                    <a:pt x="103" y="0"/>
                    <a:pt x="88" y="3"/>
                    <a:pt x="73" y="9"/>
                  </a:cubicBezTo>
                  <a:cubicBezTo>
                    <a:pt x="59" y="15"/>
                    <a:pt x="46" y="24"/>
                    <a:pt x="35" y="35"/>
                  </a:cubicBezTo>
                  <a:cubicBezTo>
                    <a:pt x="24" y="46"/>
                    <a:pt x="16" y="58"/>
                    <a:pt x="9" y="73"/>
                  </a:cubicBezTo>
                  <a:cubicBezTo>
                    <a:pt x="3" y="87"/>
                    <a:pt x="0" y="103"/>
                    <a:pt x="0" y="120"/>
                  </a:cubicBezTo>
                  <a:cubicBezTo>
                    <a:pt x="0" y="136"/>
                    <a:pt x="3" y="151"/>
                    <a:pt x="9" y="165"/>
                  </a:cubicBezTo>
                  <a:cubicBezTo>
                    <a:pt x="15" y="179"/>
                    <a:pt x="24" y="192"/>
                    <a:pt x="36" y="203"/>
                  </a:cubicBezTo>
                  <a:cubicBezTo>
                    <a:pt x="48" y="216"/>
                    <a:pt x="58" y="230"/>
                    <a:pt x="66" y="244"/>
                  </a:cubicBezTo>
                  <a:cubicBezTo>
                    <a:pt x="73" y="259"/>
                    <a:pt x="78" y="275"/>
                    <a:pt x="79" y="293"/>
                  </a:cubicBezTo>
                  <a:lnTo>
                    <a:pt x="161" y="293"/>
                  </a:lnTo>
                  <a:cubicBezTo>
                    <a:pt x="162" y="275"/>
                    <a:pt x="167" y="259"/>
                    <a:pt x="174" y="244"/>
                  </a:cubicBezTo>
                  <a:cubicBezTo>
                    <a:pt x="182" y="230"/>
                    <a:pt x="192" y="216"/>
                    <a:pt x="204" y="203"/>
                  </a:cubicBezTo>
                  <a:cubicBezTo>
                    <a:pt x="216" y="192"/>
                    <a:pt x="225" y="179"/>
                    <a:pt x="231" y="165"/>
                  </a:cubicBezTo>
                  <a:cubicBezTo>
                    <a:pt x="237" y="151"/>
                    <a:pt x="240" y="136"/>
                    <a:pt x="240" y="120"/>
                  </a:cubicBezTo>
                  <a:lnTo>
                    <a:pt x="140" y="220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3"/>
                </a:gs>
              </a:gsLst>
              <a:lin ang="16200000" scaled="1"/>
            </a:gra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76200" tIns="38100" rIns="76200" bIns="3810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71" b="0" i="0" u="none" strike="noStrike" kern="1200" cap="none" spc="0" normalizeH="0" baseline="0" noProof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36" name="Freeform 6">
              <a:extLst>
                <a:ext uri="{FF2B5EF4-FFF2-40B4-BE49-F238E27FC236}">
                  <a16:creationId xmlns:a16="http://schemas.microsoft.com/office/drawing/2014/main" id="{78CED490-D3BE-B4C7-2E7B-D864F12E286E}"/>
                </a:ext>
              </a:extLst>
            </p:cNvPr>
            <p:cNvSpPr>
              <a:spLocks/>
            </p:cNvSpPr>
            <p:nvPr/>
          </p:nvSpPr>
          <p:spPr bwMode="auto">
            <a:xfrm>
              <a:off x="4425436" y="3943965"/>
              <a:ext cx="79375" cy="51594"/>
            </a:xfrm>
            <a:custGeom>
              <a:avLst/>
              <a:gdLst>
                <a:gd name="T0" fmla="*/ 0 w 80"/>
                <a:gd name="T1" fmla="*/ 40 h 53"/>
                <a:gd name="T2" fmla="*/ 0 w 80"/>
                <a:gd name="T3" fmla="*/ 40 h 53"/>
                <a:gd name="T4" fmla="*/ 4 w 80"/>
                <a:gd name="T5" fmla="*/ 49 h 53"/>
                <a:gd name="T6" fmla="*/ 13 w 80"/>
                <a:gd name="T7" fmla="*/ 53 h 53"/>
                <a:gd name="T8" fmla="*/ 67 w 80"/>
                <a:gd name="T9" fmla="*/ 53 h 53"/>
                <a:gd name="T10" fmla="*/ 76 w 80"/>
                <a:gd name="T11" fmla="*/ 49 h 53"/>
                <a:gd name="T12" fmla="*/ 80 w 80"/>
                <a:gd name="T13" fmla="*/ 40 h 53"/>
                <a:gd name="T14" fmla="*/ 80 w 80"/>
                <a:gd name="T15" fmla="*/ 0 h 53"/>
                <a:gd name="T16" fmla="*/ 0 w 80"/>
                <a:gd name="T17" fmla="*/ 0 h 53"/>
                <a:gd name="T18" fmla="*/ 0 w 80"/>
                <a:gd name="T19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0" h="53">
                  <a:moveTo>
                    <a:pt x="0" y="40"/>
                  </a:moveTo>
                  <a:lnTo>
                    <a:pt x="0" y="40"/>
                  </a:lnTo>
                  <a:cubicBezTo>
                    <a:pt x="0" y="43"/>
                    <a:pt x="1" y="46"/>
                    <a:pt x="4" y="49"/>
                  </a:cubicBezTo>
                  <a:cubicBezTo>
                    <a:pt x="7" y="52"/>
                    <a:pt x="10" y="53"/>
                    <a:pt x="13" y="53"/>
                  </a:cubicBezTo>
                  <a:lnTo>
                    <a:pt x="67" y="53"/>
                  </a:lnTo>
                  <a:cubicBezTo>
                    <a:pt x="70" y="53"/>
                    <a:pt x="73" y="52"/>
                    <a:pt x="76" y="49"/>
                  </a:cubicBezTo>
                  <a:cubicBezTo>
                    <a:pt x="79" y="46"/>
                    <a:pt x="80" y="43"/>
                    <a:pt x="80" y="40"/>
                  </a:cubicBezTo>
                  <a:lnTo>
                    <a:pt x="80" y="0"/>
                  </a:lnTo>
                  <a:lnTo>
                    <a:pt x="0" y="0"/>
                  </a:lnTo>
                  <a:lnTo>
                    <a:pt x="0" y="40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3"/>
                </a:gs>
              </a:gsLst>
              <a:lin ang="16200000" scaled="1"/>
            </a:gra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76200" tIns="38100" rIns="76200" bIns="3810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71" b="0" i="0" u="none" strike="noStrike" kern="1200" cap="none" spc="0" normalizeH="0" baseline="0" noProof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37" name="Freeform 7">
              <a:extLst>
                <a:ext uri="{FF2B5EF4-FFF2-40B4-BE49-F238E27FC236}">
                  <a16:creationId xmlns:a16="http://schemas.microsoft.com/office/drawing/2014/main" id="{D3998063-B0A1-0132-918F-93C926398E25}"/>
                </a:ext>
              </a:extLst>
            </p:cNvPr>
            <p:cNvSpPr>
              <a:spLocks/>
            </p:cNvSpPr>
            <p:nvPr/>
          </p:nvSpPr>
          <p:spPr bwMode="auto">
            <a:xfrm>
              <a:off x="4416175" y="3635726"/>
              <a:ext cx="222250" cy="171979"/>
            </a:xfrm>
            <a:custGeom>
              <a:avLst/>
              <a:gdLst>
                <a:gd name="T0" fmla="*/ 207 w 226"/>
                <a:gd name="T1" fmla="*/ 0 h 174"/>
                <a:gd name="T2" fmla="*/ 207 w 226"/>
                <a:gd name="T3" fmla="*/ 0 h 174"/>
                <a:gd name="T4" fmla="*/ 154 w 226"/>
                <a:gd name="T5" fmla="*/ 52 h 174"/>
                <a:gd name="T6" fmla="*/ 70 w 226"/>
                <a:gd name="T7" fmla="*/ 137 h 174"/>
                <a:gd name="T8" fmla="*/ 19 w 226"/>
                <a:gd name="T9" fmla="*/ 86 h 174"/>
                <a:gd name="T10" fmla="*/ 0 w 226"/>
                <a:gd name="T11" fmla="*/ 105 h 174"/>
                <a:gd name="T12" fmla="*/ 70 w 226"/>
                <a:gd name="T13" fmla="*/ 174 h 174"/>
                <a:gd name="T14" fmla="*/ 165 w 226"/>
                <a:gd name="T15" fmla="*/ 79 h 174"/>
                <a:gd name="T16" fmla="*/ 226 w 226"/>
                <a:gd name="T17" fmla="*/ 18 h 174"/>
                <a:gd name="T18" fmla="*/ 207 w 226"/>
                <a:gd name="T19" fmla="*/ 0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" h="174">
                  <a:moveTo>
                    <a:pt x="207" y="0"/>
                  </a:moveTo>
                  <a:lnTo>
                    <a:pt x="207" y="0"/>
                  </a:lnTo>
                  <a:lnTo>
                    <a:pt x="154" y="52"/>
                  </a:lnTo>
                  <a:lnTo>
                    <a:pt x="70" y="137"/>
                  </a:lnTo>
                  <a:lnTo>
                    <a:pt x="19" y="86"/>
                  </a:lnTo>
                  <a:lnTo>
                    <a:pt x="0" y="105"/>
                  </a:lnTo>
                  <a:lnTo>
                    <a:pt x="70" y="174"/>
                  </a:lnTo>
                  <a:lnTo>
                    <a:pt x="165" y="79"/>
                  </a:lnTo>
                  <a:lnTo>
                    <a:pt x="226" y="18"/>
                  </a:lnTo>
                  <a:lnTo>
                    <a:pt x="207" y="0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3"/>
                </a:gs>
              </a:gsLst>
              <a:lin ang="16200000" scaled="1"/>
            </a:gra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76200" tIns="38100" rIns="76200" bIns="3810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71" b="0" i="0" u="none" strike="noStrike" kern="1200" cap="none" spc="0" normalizeH="0" baseline="0" noProof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0E2AB9F-CD39-EFE0-4D8C-5447DFF93F7F}"/>
              </a:ext>
            </a:extLst>
          </p:cNvPr>
          <p:cNvSpPr txBox="1"/>
          <p:nvPr/>
        </p:nvSpPr>
        <p:spPr>
          <a:xfrm>
            <a:off x="454395" y="5130214"/>
            <a:ext cx="1576160" cy="25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102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 Semibold"/>
                <a:ea typeface="+mn-ea"/>
                <a:cs typeface="Segoe UI" panose="020B0502040204020203" pitchFamily="34" charset="0"/>
              </a:rPr>
              <a:t>Using…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DBEBE07-7627-32E3-6B58-BBB9C2C93D83}"/>
              </a:ext>
            </a:extLst>
          </p:cNvPr>
          <p:cNvGrpSpPr/>
          <p:nvPr/>
        </p:nvGrpSpPr>
        <p:grpSpPr>
          <a:xfrm>
            <a:off x="322216" y="5842294"/>
            <a:ext cx="11678195" cy="976572"/>
            <a:chOff x="322216" y="5842294"/>
            <a:chExt cx="11678195" cy="976572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EAF6E1F0-48FA-46F2-6523-B67E30C502D8}"/>
                </a:ext>
              </a:extLst>
            </p:cNvPr>
            <p:cNvSpPr/>
            <p:nvPr/>
          </p:nvSpPr>
          <p:spPr bwMode="auto">
            <a:xfrm>
              <a:off x="322216" y="5842294"/>
              <a:ext cx="11678195" cy="872542"/>
            </a:xfrm>
            <a:prstGeom prst="roundRect">
              <a:avLst/>
            </a:prstGeom>
            <a:solidFill>
              <a:srgbClr val="7030A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AU" sz="2000" dirty="0" err="1">
                <a:solidFill>
                  <a:srgbClr val="FFFFFF"/>
                </a:solidFill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F321AE5C-2BE3-2FEF-82A7-AD4B5FC35CDA}"/>
                </a:ext>
              </a:extLst>
            </p:cNvPr>
            <p:cNvSpPr/>
            <p:nvPr/>
          </p:nvSpPr>
          <p:spPr bwMode="auto">
            <a:xfrm>
              <a:off x="1991185" y="6214759"/>
              <a:ext cx="933070" cy="400110"/>
            </a:xfrm>
            <a:prstGeom prst="roundRect">
              <a:avLst/>
            </a:prstGeom>
            <a:solidFill>
              <a:schemeClr val="bg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AU" sz="1400" dirty="0" err="1">
                <a:solidFill>
                  <a:schemeClr val="tx1"/>
                </a:solidFill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040BF54-05B6-8891-3B01-AA37E2DF09D3}"/>
                </a:ext>
              </a:extLst>
            </p:cNvPr>
            <p:cNvSpPr txBox="1"/>
            <p:nvPr/>
          </p:nvSpPr>
          <p:spPr>
            <a:xfrm>
              <a:off x="1932095" y="5842357"/>
              <a:ext cx="9921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Hours/week Spent</a:t>
              </a:r>
              <a:endParaRPr lang="en-AU" sz="1000" dirty="0">
                <a:solidFill>
                  <a:schemeClr val="bg1"/>
                </a:solidFill>
              </a:endParaRPr>
            </a:p>
          </p:txBody>
        </p:sp>
        <p:pic>
          <p:nvPicPr>
            <p:cNvPr id="39" name="Graphic 38" descr="Close with solid fill">
              <a:extLst>
                <a:ext uri="{FF2B5EF4-FFF2-40B4-BE49-F238E27FC236}">
                  <a16:creationId xmlns:a16="http://schemas.microsoft.com/office/drawing/2014/main" id="{67CAF110-134F-0FE3-BFF5-D6EF7334DE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634069" y="6171597"/>
              <a:ext cx="400110" cy="400110"/>
            </a:xfrm>
            <a:prstGeom prst="rect">
              <a:avLst/>
            </a:prstGeom>
          </p:spPr>
        </p:pic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CB57EE94-1958-D09B-265E-938AD2BA4259}"/>
                </a:ext>
              </a:extLst>
            </p:cNvPr>
            <p:cNvSpPr/>
            <p:nvPr/>
          </p:nvSpPr>
          <p:spPr bwMode="auto">
            <a:xfrm>
              <a:off x="4480385" y="6214759"/>
              <a:ext cx="933070" cy="400110"/>
            </a:xfrm>
            <a:prstGeom prst="roundRect">
              <a:avLst/>
            </a:prstGeom>
            <a:solidFill>
              <a:schemeClr val="bg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solidFill>
                    <a:schemeClr val="tx1"/>
                  </a:solidFill>
                  <a:ea typeface="Segoe UI" pitchFamily="34" charset="0"/>
                  <a:cs typeface="Segoe UI" pitchFamily="34" charset="0"/>
                </a:rPr>
                <a:t>%</a:t>
              </a:r>
              <a:endParaRPr lang="en-AU" sz="1400" dirty="0" err="1">
                <a:solidFill>
                  <a:schemeClr val="tx1"/>
                </a:solidFill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8ABC6DB-C8D3-6B76-8E02-BB6A1B63B7E4}"/>
                </a:ext>
              </a:extLst>
            </p:cNvPr>
            <p:cNvSpPr txBox="1"/>
            <p:nvPr/>
          </p:nvSpPr>
          <p:spPr>
            <a:xfrm>
              <a:off x="4430891" y="5842357"/>
              <a:ext cx="9921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>
                  <a:solidFill>
                    <a:schemeClr val="bg1"/>
                  </a:solidFill>
                  <a:latin typeface="Segoe UI"/>
                </a:rPr>
                <a:t>Efficiency Improvement</a:t>
              </a:r>
              <a:endParaRPr lang="en-AU" sz="1000" dirty="0">
                <a:solidFill>
                  <a:schemeClr val="bg1"/>
                </a:solidFill>
              </a:endParaRPr>
            </a:p>
          </p:txBody>
        </p: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E6D2AC27-68C4-C48F-0EA0-EB31AB572062}"/>
                </a:ext>
              </a:extLst>
            </p:cNvPr>
            <p:cNvSpPr/>
            <p:nvPr/>
          </p:nvSpPr>
          <p:spPr bwMode="auto">
            <a:xfrm>
              <a:off x="7093423" y="6214759"/>
              <a:ext cx="933070" cy="400110"/>
            </a:xfrm>
            <a:prstGeom prst="roundRect">
              <a:avLst/>
            </a:prstGeom>
            <a:solidFill>
              <a:schemeClr val="bg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AU" sz="1400" dirty="0" err="1">
                <a:solidFill>
                  <a:schemeClr val="tx1"/>
                </a:solidFill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DC8E3E2-0867-53F5-AC6E-082939CA0B0A}"/>
                </a:ext>
              </a:extLst>
            </p:cNvPr>
            <p:cNvSpPr txBox="1"/>
            <p:nvPr/>
          </p:nvSpPr>
          <p:spPr>
            <a:xfrm>
              <a:off x="7043929" y="5842357"/>
              <a:ext cx="9921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>
                  <a:solidFill>
                    <a:schemeClr val="bg1"/>
                  </a:solidFill>
                  <a:latin typeface="Segoe UI"/>
                </a:rPr>
                <a:t># Unique Workers</a:t>
              </a:r>
              <a:endParaRPr lang="en-AU" sz="1000" dirty="0">
                <a:solidFill>
                  <a:schemeClr val="bg1"/>
                </a:solidFill>
              </a:endParaRPr>
            </a:p>
          </p:txBody>
        </p:sp>
        <p:pic>
          <p:nvPicPr>
            <p:cNvPr id="44" name="Graphic 43" descr="Close with solid fill">
              <a:extLst>
                <a:ext uri="{FF2B5EF4-FFF2-40B4-BE49-F238E27FC236}">
                  <a16:creationId xmlns:a16="http://schemas.microsoft.com/office/drawing/2014/main" id="{36CC270E-C6B5-8745-5E50-F373D1C7E28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101425" y="6171597"/>
              <a:ext cx="400110" cy="400110"/>
            </a:xfrm>
            <a:prstGeom prst="rect">
              <a:avLst/>
            </a:prstGeom>
          </p:spPr>
        </p:pic>
        <p:pic>
          <p:nvPicPr>
            <p:cNvPr id="46" name="Graphic 45" descr="Arrow Right with solid fill">
              <a:extLst>
                <a:ext uri="{FF2B5EF4-FFF2-40B4-BE49-F238E27FC236}">
                  <a16:creationId xmlns:a16="http://schemas.microsoft.com/office/drawing/2014/main" id="{450803DE-2BF1-D111-39E0-CC557E4E75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8474903" y="5904466"/>
              <a:ext cx="914400" cy="914400"/>
            </a:xfrm>
            <a:prstGeom prst="rect">
              <a:avLst/>
            </a:prstGeom>
          </p:spPr>
        </p:pic>
        <p:sp>
          <p:nvSpPr>
            <p:cNvPr id="47" name="Rectangle: Rounded Corners 46">
              <a:extLst>
                <a:ext uri="{FF2B5EF4-FFF2-40B4-BE49-F238E27FC236}">
                  <a16:creationId xmlns:a16="http://schemas.microsoft.com/office/drawing/2014/main" id="{4707DE26-A7B9-2119-9497-E2BA0321EDCC}"/>
                </a:ext>
              </a:extLst>
            </p:cNvPr>
            <p:cNvSpPr/>
            <p:nvPr/>
          </p:nvSpPr>
          <p:spPr bwMode="auto">
            <a:xfrm>
              <a:off x="9716057" y="6214759"/>
              <a:ext cx="933070" cy="400110"/>
            </a:xfrm>
            <a:prstGeom prst="roundRect">
              <a:avLst/>
            </a:prstGeom>
            <a:solidFill>
              <a:schemeClr val="bg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AU" sz="1400" dirty="0" err="1">
                <a:solidFill>
                  <a:schemeClr val="tx1"/>
                </a:solidFill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8018AA9-4091-C565-EA85-F6FA8697D5C6}"/>
                </a:ext>
              </a:extLst>
            </p:cNvPr>
            <p:cNvSpPr txBox="1"/>
            <p:nvPr/>
          </p:nvSpPr>
          <p:spPr>
            <a:xfrm>
              <a:off x="9666563" y="5842357"/>
              <a:ext cx="9921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>
                  <a:solidFill>
                    <a:schemeClr val="bg1"/>
                  </a:solidFill>
                  <a:latin typeface="Segoe UI"/>
                </a:rPr>
                <a:t>Value Calculated</a:t>
              </a:r>
              <a:endParaRPr lang="en-AU" sz="1000" dirty="0">
                <a:solidFill>
                  <a:schemeClr val="bg1"/>
                </a:solidFill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5AB59B2-F546-B1D5-3161-6FDC6ACA9468}"/>
                </a:ext>
              </a:extLst>
            </p:cNvPr>
            <p:cNvSpPr txBox="1"/>
            <p:nvPr/>
          </p:nvSpPr>
          <p:spPr>
            <a:xfrm>
              <a:off x="10730624" y="6161611"/>
              <a:ext cx="9921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>
                  <a:solidFill>
                    <a:schemeClr val="bg1"/>
                  </a:solidFill>
                  <a:latin typeface="Segoe UI"/>
                </a:rPr>
                <a:t>Hours per week saving</a:t>
              </a:r>
              <a:endParaRPr lang="en-AU" sz="1000" dirty="0">
                <a:solidFill>
                  <a:schemeClr val="bg1"/>
                </a:solidFill>
              </a:endParaRPr>
            </a:p>
          </p:txBody>
        </p:sp>
        <p:pic>
          <p:nvPicPr>
            <p:cNvPr id="53" name="Graphic 52" descr="Stopwatch 75% with solid fill">
              <a:extLst>
                <a:ext uri="{FF2B5EF4-FFF2-40B4-BE49-F238E27FC236}">
                  <a16:creationId xmlns:a16="http://schemas.microsoft.com/office/drawing/2014/main" id="{3CF9B95C-9B73-5CB1-7AAC-E00D9015E1E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30644" y="5916720"/>
              <a:ext cx="591637" cy="591637"/>
            </a:xfrm>
            <a:prstGeom prst="rect">
              <a:avLst/>
            </a:prstGeom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BB94B2C-CE7F-6124-8F5C-2A611FFC2999}"/>
                </a:ext>
              </a:extLst>
            </p:cNvPr>
            <p:cNvSpPr txBox="1"/>
            <p:nvPr/>
          </p:nvSpPr>
          <p:spPr>
            <a:xfrm>
              <a:off x="513751" y="6442500"/>
              <a:ext cx="99216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Time Saving</a:t>
              </a:r>
              <a:endParaRPr lang="en-AU" sz="1000" dirty="0">
                <a:solidFill>
                  <a:schemeClr val="bg1"/>
                </a:solidFill>
              </a:endParaRPr>
            </a:p>
          </p:txBody>
        </p:sp>
      </p:grp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DFBB49BC-324C-DECF-16EB-12573534A4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 bwMode="auto">
          <a:xfrm>
            <a:off x="1802230" y="2816935"/>
            <a:ext cx="4829078" cy="1158897"/>
          </a:xfrm>
          <a:prstGeom prst="roundRect">
            <a:avLst>
              <a:gd name="adj" fmla="val 13604"/>
            </a:avLst>
          </a:prstGeom>
          <a:solidFill>
            <a:schemeClr val="bg1"/>
          </a:solidFill>
          <a:ln w="9525">
            <a:noFill/>
            <a:headEnd type="none" w="med" len="med"/>
            <a:tailEnd type="none" w="med" len="med"/>
          </a:ln>
          <a:effectLst>
            <a:outerShdw blurRad="228600" dist="38100" dir="2700026" rotWithShape="0">
              <a:scrgbClr r="0" g="0" b="0">
                <a:alpha val="9000"/>
              </a:scrgbClr>
            </a:outerShdw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3716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/>
              </a:rPr>
              <a:t>(Description of what I want to do)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/>
              </a:rPr>
            </a:br>
            <a:r>
              <a:rPr lang="en-US" sz="1100" dirty="0">
                <a:solidFill>
                  <a:srgbClr val="080808"/>
                </a:solidFill>
                <a:latin typeface="Segoe UI" panose="020B0502040204020203" pitchFamily="34" charset="0"/>
                <a:cs typeface="Segoe UI"/>
              </a:rPr>
              <a:t>Insert Text Here describing the </a:t>
            </a:r>
            <a:r>
              <a:rPr lang="en-US" sz="1100" b="1" i="1" u="sng" dirty="0">
                <a:solidFill>
                  <a:srgbClr val="080808"/>
                </a:solidFill>
                <a:latin typeface="Segoe UI" panose="020B0502040204020203" pitchFamily="34" charset="0"/>
                <a:cs typeface="Segoe UI"/>
              </a:rPr>
              <a:t>job</a:t>
            </a:r>
            <a:r>
              <a:rPr lang="en-US" sz="1100" dirty="0">
                <a:solidFill>
                  <a:srgbClr val="080808"/>
                </a:solidFill>
                <a:latin typeface="Segoe UI" panose="020B0502040204020203" pitchFamily="34" charset="0"/>
                <a:cs typeface="Segoe UI"/>
              </a:rPr>
              <a:t> the person wants/needs to complete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80808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D2EABE78-E17F-D33F-2E63-60DFE05DEAE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 bwMode="auto">
          <a:xfrm>
            <a:off x="1802230" y="4396076"/>
            <a:ext cx="4829078" cy="1158897"/>
          </a:xfrm>
          <a:prstGeom prst="roundRect">
            <a:avLst>
              <a:gd name="adj" fmla="val 13604"/>
            </a:avLst>
          </a:prstGeom>
          <a:solidFill>
            <a:schemeClr val="bg1"/>
          </a:solidFill>
          <a:ln w="9525">
            <a:noFill/>
            <a:headEnd type="none" w="med" len="med"/>
            <a:tailEnd type="none" w="med" len="med"/>
          </a:ln>
          <a:effectLst>
            <a:outerShdw blurRad="228600" dist="38100" dir="2700026" rotWithShape="0">
              <a:scrgbClr r="0" g="0" b="0">
                <a:alpha val="9000"/>
              </a:scrgbClr>
            </a:outerShdw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3716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/>
              </a:rPr>
              <a:t>(Specific application of Microsoft 365 copilot / business chat) 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100" dirty="0">
              <a:solidFill>
                <a:srgbClr val="080808"/>
              </a:solidFill>
              <a:latin typeface="Segoe UI" panose="020B0502040204020203" pitchFamily="34" charset="0"/>
              <a:cs typeface="Segoe UI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/>
              </a:rPr>
              <a:t>Insert details of which applications will be </a:t>
            </a:r>
            <a:r>
              <a:rPr lang="en-US" sz="1100" dirty="0">
                <a:solidFill>
                  <a:srgbClr val="080808"/>
                </a:solidFill>
                <a:latin typeface="Segoe UI" panose="020B0502040204020203" pitchFamily="34" charset="0"/>
                <a:cs typeface="Segoe UI"/>
              </a:rPr>
              <a:t>used for this scenario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80808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B5DFA96-8C8E-ABDD-466A-3C878655A5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7399407" y="1214966"/>
            <a:ext cx="496800" cy="496800"/>
            <a:chOff x="769241" y="5197687"/>
            <a:chExt cx="382323" cy="383646"/>
          </a:xfrm>
        </p:grpSpPr>
        <p:sp>
          <p:nvSpPr>
            <p:cNvPr id="22" name="Freeform 5">
              <a:extLst>
                <a:ext uri="{FF2B5EF4-FFF2-40B4-BE49-F238E27FC236}">
                  <a16:creationId xmlns:a16="http://schemas.microsoft.com/office/drawing/2014/main" id="{07159FD6-9392-3B72-50AA-EF772FB82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955772" y="5319395"/>
              <a:ext cx="84667" cy="83344"/>
            </a:xfrm>
            <a:custGeom>
              <a:avLst/>
              <a:gdLst>
                <a:gd name="T0" fmla="*/ 22 w 85"/>
                <a:gd name="T1" fmla="*/ 81 h 84"/>
                <a:gd name="T2" fmla="*/ 22 w 85"/>
                <a:gd name="T3" fmla="*/ 81 h 84"/>
                <a:gd name="T4" fmla="*/ 3 w 85"/>
                <a:gd name="T5" fmla="*/ 63 h 84"/>
                <a:gd name="T6" fmla="*/ 8 w 85"/>
                <a:gd name="T7" fmla="*/ 44 h 84"/>
                <a:gd name="T8" fmla="*/ 20 w 85"/>
                <a:gd name="T9" fmla="*/ 0 h 84"/>
                <a:gd name="T10" fmla="*/ 52 w 85"/>
                <a:gd name="T11" fmla="*/ 32 h 84"/>
                <a:gd name="T12" fmla="*/ 85 w 85"/>
                <a:gd name="T13" fmla="*/ 64 h 84"/>
                <a:gd name="T14" fmla="*/ 41 w 85"/>
                <a:gd name="T15" fmla="*/ 76 h 84"/>
                <a:gd name="T16" fmla="*/ 22 w 85"/>
                <a:gd name="T17" fmla="*/ 81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5" h="84">
                  <a:moveTo>
                    <a:pt x="22" y="81"/>
                  </a:moveTo>
                  <a:lnTo>
                    <a:pt x="22" y="81"/>
                  </a:lnTo>
                  <a:cubicBezTo>
                    <a:pt x="11" y="84"/>
                    <a:pt x="0" y="74"/>
                    <a:pt x="3" y="63"/>
                  </a:cubicBezTo>
                  <a:lnTo>
                    <a:pt x="8" y="44"/>
                  </a:lnTo>
                  <a:lnTo>
                    <a:pt x="20" y="0"/>
                  </a:lnTo>
                  <a:lnTo>
                    <a:pt x="52" y="32"/>
                  </a:lnTo>
                  <a:lnTo>
                    <a:pt x="85" y="64"/>
                  </a:lnTo>
                  <a:lnTo>
                    <a:pt x="41" y="76"/>
                  </a:lnTo>
                  <a:lnTo>
                    <a:pt x="22" y="81"/>
                  </a:lnTo>
                  <a:close/>
                </a:path>
              </a:pathLst>
            </a:custGeom>
            <a:solidFill>
              <a:srgbClr val="0078D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76200" tIns="38100" rIns="76200" bIns="3810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71" b="0" i="0" u="none" strike="noStrike" kern="1200" cap="none" spc="0" normalizeH="0" baseline="0" noProof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3" name="Freeform 6">
              <a:extLst>
                <a:ext uri="{FF2B5EF4-FFF2-40B4-BE49-F238E27FC236}">
                  <a16:creationId xmlns:a16="http://schemas.microsoft.com/office/drawing/2014/main" id="{680444FE-09B6-8BA7-539A-7116D1F74728}"/>
                </a:ext>
              </a:extLst>
            </p:cNvPr>
            <p:cNvSpPr>
              <a:spLocks/>
            </p:cNvSpPr>
            <p:nvPr/>
          </p:nvSpPr>
          <p:spPr bwMode="auto">
            <a:xfrm>
              <a:off x="986199" y="5251927"/>
              <a:ext cx="119063" cy="120385"/>
            </a:xfrm>
            <a:custGeom>
              <a:avLst/>
              <a:gdLst>
                <a:gd name="T0" fmla="*/ 121 w 121"/>
                <a:gd name="T1" fmla="*/ 67 h 123"/>
                <a:gd name="T2" fmla="*/ 121 w 121"/>
                <a:gd name="T3" fmla="*/ 67 h 123"/>
                <a:gd name="T4" fmla="*/ 65 w 121"/>
                <a:gd name="T5" fmla="*/ 123 h 123"/>
                <a:gd name="T6" fmla="*/ 0 w 121"/>
                <a:gd name="T7" fmla="*/ 58 h 123"/>
                <a:gd name="T8" fmla="*/ 58 w 121"/>
                <a:gd name="T9" fmla="*/ 0 h 123"/>
                <a:gd name="T10" fmla="*/ 121 w 121"/>
                <a:gd name="T11" fmla="*/ 67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21" h="123">
                  <a:moveTo>
                    <a:pt x="121" y="67"/>
                  </a:moveTo>
                  <a:lnTo>
                    <a:pt x="121" y="67"/>
                  </a:lnTo>
                  <a:lnTo>
                    <a:pt x="65" y="123"/>
                  </a:lnTo>
                  <a:lnTo>
                    <a:pt x="0" y="58"/>
                  </a:lnTo>
                  <a:lnTo>
                    <a:pt x="58" y="0"/>
                  </a:lnTo>
                  <a:cubicBezTo>
                    <a:pt x="85" y="16"/>
                    <a:pt x="107" y="39"/>
                    <a:pt x="121" y="67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3"/>
                </a:gs>
              </a:gsLst>
              <a:lin ang="16200000" scaled="1"/>
            </a:gra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76200" tIns="38100" rIns="76200" bIns="3810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71" b="0" i="0" u="none" strike="noStrike" kern="1200" cap="none" spc="0" normalizeH="0" baseline="0" noProof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4" name="Freeform 7">
              <a:extLst>
                <a:ext uri="{FF2B5EF4-FFF2-40B4-BE49-F238E27FC236}">
                  <a16:creationId xmlns:a16="http://schemas.microsoft.com/office/drawing/2014/main" id="{49385449-231A-D40F-4912-86F4CFF36094}"/>
                </a:ext>
              </a:extLst>
            </p:cNvPr>
            <p:cNvSpPr>
              <a:spLocks/>
            </p:cNvSpPr>
            <p:nvPr/>
          </p:nvSpPr>
          <p:spPr bwMode="auto">
            <a:xfrm>
              <a:off x="927991" y="5392156"/>
              <a:ext cx="35719" cy="38365"/>
            </a:xfrm>
            <a:custGeom>
              <a:avLst/>
              <a:gdLst>
                <a:gd name="T0" fmla="*/ 6 w 37"/>
                <a:gd name="T1" fmla="*/ 11 h 39"/>
                <a:gd name="T2" fmla="*/ 6 w 37"/>
                <a:gd name="T3" fmla="*/ 11 h 39"/>
                <a:gd name="T4" fmla="*/ 6 w 37"/>
                <a:gd name="T5" fmla="*/ 33 h 39"/>
                <a:gd name="T6" fmla="*/ 27 w 37"/>
                <a:gd name="T7" fmla="*/ 33 h 39"/>
                <a:gd name="T8" fmla="*/ 37 w 37"/>
                <a:gd name="T9" fmla="*/ 23 h 39"/>
                <a:gd name="T10" fmla="*/ 15 w 37"/>
                <a:gd name="T11" fmla="*/ 0 h 39"/>
                <a:gd name="T12" fmla="*/ 6 w 37"/>
                <a:gd name="T13" fmla="*/ 11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7" h="39">
                  <a:moveTo>
                    <a:pt x="6" y="11"/>
                  </a:moveTo>
                  <a:lnTo>
                    <a:pt x="6" y="11"/>
                  </a:lnTo>
                  <a:cubicBezTo>
                    <a:pt x="0" y="17"/>
                    <a:pt x="0" y="27"/>
                    <a:pt x="6" y="33"/>
                  </a:cubicBezTo>
                  <a:cubicBezTo>
                    <a:pt x="12" y="39"/>
                    <a:pt x="21" y="39"/>
                    <a:pt x="27" y="33"/>
                  </a:cubicBezTo>
                  <a:lnTo>
                    <a:pt x="37" y="23"/>
                  </a:lnTo>
                  <a:lnTo>
                    <a:pt x="15" y="0"/>
                  </a:lnTo>
                  <a:lnTo>
                    <a:pt x="6" y="11"/>
                  </a:lnTo>
                  <a:close/>
                </a:path>
              </a:pathLst>
            </a:custGeom>
            <a:solidFill>
              <a:schemeClr val="accent3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76200" tIns="38100" rIns="76200" bIns="3810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71" b="0" i="0" u="none" strike="noStrike" kern="1200" cap="none" spc="0" normalizeH="0" baseline="0" noProof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5" name="Freeform 8">
              <a:extLst>
                <a:ext uri="{FF2B5EF4-FFF2-40B4-BE49-F238E27FC236}">
                  <a16:creationId xmlns:a16="http://schemas.microsoft.com/office/drawing/2014/main" id="{8C4F74D0-B484-A3F4-365C-3C8519BBA08C}"/>
                </a:ext>
              </a:extLst>
            </p:cNvPr>
            <p:cNvSpPr>
              <a:spLocks/>
            </p:cNvSpPr>
            <p:nvPr/>
          </p:nvSpPr>
          <p:spPr bwMode="auto">
            <a:xfrm>
              <a:off x="769241" y="5197687"/>
              <a:ext cx="382323" cy="383646"/>
            </a:xfrm>
            <a:custGeom>
              <a:avLst/>
              <a:gdLst>
                <a:gd name="T0" fmla="*/ 389 w 389"/>
                <a:gd name="T1" fmla="*/ 195 h 390"/>
                <a:gd name="T2" fmla="*/ 389 w 389"/>
                <a:gd name="T3" fmla="*/ 195 h 390"/>
                <a:gd name="T4" fmla="*/ 195 w 389"/>
                <a:gd name="T5" fmla="*/ 390 h 390"/>
                <a:gd name="T6" fmla="*/ 40 w 389"/>
                <a:gd name="T7" fmla="*/ 313 h 390"/>
                <a:gd name="T8" fmla="*/ 32 w 389"/>
                <a:gd name="T9" fmla="*/ 345 h 390"/>
                <a:gd name="T10" fmla="*/ 17 w 389"/>
                <a:gd name="T11" fmla="*/ 357 h 390"/>
                <a:gd name="T12" fmla="*/ 14 w 389"/>
                <a:gd name="T13" fmla="*/ 357 h 390"/>
                <a:gd name="T14" fmla="*/ 2 w 389"/>
                <a:gd name="T15" fmla="*/ 338 h 390"/>
                <a:gd name="T16" fmla="*/ 22 w 389"/>
                <a:gd name="T17" fmla="*/ 254 h 390"/>
                <a:gd name="T18" fmla="*/ 107 w 389"/>
                <a:gd name="T19" fmla="*/ 273 h 390"/>
                <a:gd name="T20" fmla="*/ 119 w 389"/>
                <a:gd name="T21" fmla="*/ 292 h 390"/>
                <a:gd name="T22" fmla="*/ 100 w 389"/>
                <a:gd name="T23" fmla="*/ 303 h 390"/>
                <a:gd name="T24" fmla="*/ 64 w 389"/>
                <a:gd name="T25" fmla="*/ 295 h 390"/>
                <a:gd name="T26" fmla="*/ 195 w 389"/>
                <a:gd name="T27" fmla="*/ 359 h 390"/>
                <a:gd name="T28" fmla="*/ 359 w 389"/>
                <a:gd name="T29" fmla="*/ 195 h 390"/>
                <a:gd name="T30" fmla="*/ 342 w 389"/>
                <a:gd name="T31" fmla="*/ 122 h 390"/>
                <a:gd name="T32" fmla="*/ 279 w 389"/>
                <a:gd name="T33" fmla="*/ 55 h 390"/>
                <a:gd name="T34" fmla="*/ 195 w 389"/>
                <a:gd name="T35" fmla="*/ 31 h 390"/>
                <a:gd name="T36" fmla="*/ 30 w 389"/>
                <a:gd name="T37" fmla="*/ 195 h 390"/>
                <a:gd name="T38" fmla="*/ 15 w 389"/>
                <a:gd name="T39" fmla="*/ 211 h 390"/>
                <a:gd name="T40" fmla="*/ 0 w 389"/>
                <a:gd name="T41" fmla="*/ 195 h 390"/>
                <a:gd name="T42" fmla="*/ 195 w 389"/>
                <a:gd name="T43" fmla="*/ 0 h 390"/>
                <a:gd name="T44" fmla="*/ 389 w 389"/>
                <a:gd name="T45" fmla="*/ 195 h 3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389" h="390">
                  <a:moveTo>
                    <a:pt x="389" y="195"/>
                  </a:moveTo>
                  <a:lnTo>
                    <a:pt x="389" y="195"/>
                  </a:lnTo>
                  <a:cubicBezTo>
                    <a:pt x="389" y="303"/>
                    <a:pt x="302" y="390"/>
                    <a:pt x="195" y="390"/>
                  </a:cubicBezTo>
                  <a:cubicBezTo>
                    <a:pt x="133" y="390"/>
                    <a:pt x="76" y="362"/>
                    <a:pt x="40" y="313"/>
                  </a:cubicBezTo>
                  <a:lnTo>
                    <a:pt x="32" y="345"/>
                  </a:lnTo>
                  <a:cubicBezTo>
                    <a:pt x="31" y="352"/>
                    <a:pt x="24" y="357"/>
                    <a:pt x="17" y="357"/>
                  </a:cubicBezTo>
                  <a:cubicBezTo>
                    <a:pt x="16" y="357"/>
                    <a:pt x="15" y="357"/>
                    <a:pt x="14" y="357"/>
                  </a:cubicBezTo>
                  <a:cubicBezTo>
                    <a:pt x="6" y="355"/>
                    <a:pt x="1" y="347"/>
                    <a:pt x="2" y="338"/>
                  </a:cubicBezTo>
                  <a:lnTo>
                    <a:pt x="22" y="254"/>
                  </a:lnTo>
                  <a:lnTo>
                    <a:pt x="107" y="273"/>
                  </a:lnTo>
                  <a:cubicBezTo>
                    <a:pt x="115" y="275"/>
                    <a:pt x="120" y="283"/>
                    <a:pt x="119" y="292"/>
                  </a:cubicBezTo>
                  <a:cubicBezTo>
                    <a:pt x="117" y="300"/>
                    <a:pt x="108" y="305"/>
                    <a:pt x="100" y="303"/>
                  </a:cubicBezTo>
                  <a:lnTo>
                    <a:pt x="64" y="295"/>
                  </a:lnTo>
                  <a:cubicBezTo>
                    <a:pt x="95" y="336"/>
                    <a:pt x="143" y="359"/>
                    <a:pt x="195" y="359"/>
                  </a:cubicBezTo>
                  <a:cubicBezTo>
                    <a:pt x="285" y="359"/>
                    <a:pt x="359" y="286"/>
                    <a:pt x="359" y="195"/>
                  </a:cubicBezTo>
                  <a:cubicBezTo>
                    <a:pt x="359" y="169"/>
                    <a:pt x="353" y="144"/>
                    <a:pt x="342" y="122"/>
                  </a:cubicBezTo>
                  <a:cubicBezTo>
                    <a:pt x="328" y="94"/>
                    <a:pt x="306" y="71"/>
                    <a:pt x="279" y="55"/>
                  </a:cubicBezTo>
                  <a:cubicBezTo>
                    <a:pt x="254" y="40"/>
                    <a:pt x="225" y="31"/>
                    <a:pt x="195" y="31"/>
                  </a:cubicBezTo>
                  <a:cubicBezTo>
                    <a:pt x="104" y="31"/>
                    <a:pt x="30" y="105"/>
                    <a:pt x="30" y="195"/>
                  </a:cubicBezTo>
                  <a:cubicBezTo>
                    <a:pt x="30" y="204"/>
                    <a:pt x="23" y="211"/>
                    <a:pt x="15" y="211"/>
                  </a:cubicBezTo>
                  <a:cubicBezTo>
                    <a:pt x="7" y="211"/>
                    <a:pt x="0" y="204"/>
                    <a:pt x="0" y="195"/>
                  </a:cubicBezTo>
                  <a:cubicBezTo>
                    <a:pt x="0" y="88"/>
                    <a:pt x="87" y="0"/>
                    <a:pt x="195" y="0"/>
                  </a:cubicBezTo>
                  <a:cubicBezTo>
                    <a:pt x="302" y="0"/>
                    <a:pt x="389" y="88"/>
                    <a:pt x="389" y="195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3"/>
                </a:gs>
              </a:gsLst>
              <a:lin ang="16200000" scaled="1"/>
            </a:gra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76200" tIns="38100" rIns="76200" bIns="3810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71" b="0" i="0" u="none" strike="noStrike" kern="1200" cap="none" spc="0" normalizeH="0" baseline="0" noProof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F1B7E2FA-7A7B-4E66-85EA-862317173D23}"/>
              </a:ext>
            </a:extLst>
          </p:cNvPr>
          <p:cNvSpPr txBox="1"/>
          <p:nvPr/>
        </p:nvSpPr>
        <p:spPr>
          <a:xfrm>
            <a:off x="7135936" y="2655579"/>
            <a:ext cx="4555190" cy="424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102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 Semibold"/>
                <a:ea typeface="+mn-ea"/>
                <a:cs typeface="Segoe UI" panose="020B0502040204020203" pitchFamily="34" charset="0"/>
              </a:rPr>
              <a:t>The value Copilot provided me in completing this job (Functional, Emotional, Social)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82135FF9-27AF-B1F5-4797-D9840535EB1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 bwMode="auto">
          <a:xfrm>
            <a:off x="7221785" y="3114325"/>
            <a:ext cx="4555190" cy="2440648"/>
          </a:xfrm>
          <a:prstGeom prst="roundRect">
            <a:avLst>
              <a:gd name="adj" fmla="val 13604"/>
            </a:avLst>
          </a:prstGeom>
          <a:solidFill>
            <a:schemeClr val="bg1"/>
          </a:solidFill>
          <a:ln w="9525">
            <a:noFill/>
            <a:headEnd type="none" w="med" len="med"/>
            <a:tailEnd type="none" w="med" len="med"/>
          </a:ln>
          <a:effectLst>
            <a:outerShdw blurRad="228600" dist="38100" dir="2700026" rotWithShape="0">
              <a:scrgbClr r="0" g="0" b="0">
                <a:alpha val="9000"/>
              </a:scrgbClr>
            </a:outerShdw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3716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Tx/>
              <a:buNone/>
              <a:tabLst/>
              <a:defRPr/>
            </a:pPr>
            <a:r>
              <a:rPr lang="en-US" sz="1100" spc="-29" dirty="0">
                <a:solidFill>
                  <a:srgbClr val="2F2F2F"/>
                </a:solidFill>
                <a:latin typeface="Segoe UI" panose="020B0502040204020203" pitchFamily="34" charset="0"/>
                <a:cs typeface="Segoe UI"/>
              </a:rPr>
              <a:t>(Value associated with copilot’s help)</a:t>
            </a:r>
            <a:br>
              <a:rPr lang="en-US" sz="1100" spc="-29" dirty="0">
                <a:solidFill>
                  <a:srgbClr val="2F2F2F"/>
                </a:solidFill>
                <a:latin typeface="Segoe UI" panose="020B0502040204020203" pitchFamily="34" charset="0"/>
                <a:cs typeface="Segoe UI"/>
              </a:rPr>
            </a:br>
            <a:endParaRPr lang="en-US" sz="1100" spc="-29" dirty="0">
              <a:solidFill>
                <a:srgbClr val="2F2F2F"/>
              </a:solidFill>
              <a:latin typeface="Segoe UI" panose="020B0502040204020203" pitchFamily="34" charset="0"/>
              <a:cs typeface="Segoe U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Tx/>
              <a:buNone/>
              <a:tabLst/>
              <a:defRPr/>
            </a:pPr>
            <a:r>
              <a:rPr kumimoji="0" lang="en-US" sz="1100" b="0" u="none" strike="noStrike" kern="1200" cap="none" spc="-29" normalizeH="0" baseline="0" noProof="0" dirty="0">
                <a:ln>
                  <a:noFill/>
                </a:ln>
                <a:solidFill>
                  <a:srgbClr val="2F2F2F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/>
              </a:rPr>
              <a:t>Value </a:t>
            </a:r>
            <a:r>
              <a:rPr lang="en-US" sz="1100" spc="-29" dirty="0">
                <a:solidFill>
                  <a:srgbClr val="2F2F2F"/>
                </a:solidFill>
                <a:latin typeface="Segoe UI" panose="020B0502040204020203" pitchFamily="34" charset="0"/>
                <a:cs typeface="Segoe UI"/>
              </a:rPr>
              <a:t>could be functional (e.g. save time, increase quality, reduce risks </a:t>
            </a:r>
            <a:r>
              <a:rPr lang="en-US" sz="1100" spc="-29" dirty="0" err="1">
                <a:solidFill>
                  <a:srgbClr val="2F2F2F"/>
                </a:solidFill>
                <a:latin typeface="Segoe UI" panose="020B0502040204020203" pitchFamily="34" charset="0"/>
                <a:cs typeface="Segoe UI"/>
              </a:rPr>
              <a:t>etc</a:t>
            </a:r>
            <a:r>
              <a:rPr lang="en-US" sz="1100" spc="-29" dirty="0">
                <a:solidFill>
                  <a:srgbClr val="2F2F2F"/>
                </a:solidFill>
                <a:latin typeface="Segoe UI" panose="020B0502040204020203" pitchFamily="34" charset="0"/>
                <a:cs typeface="Segoe UI"/>
              </a:rPr>
              <a:t>), emotional (e.g. how successful job completion made you feel), social (how others may perceive your value from successfully completing the job)</a:t>
            </a:r>
            <a:endParaRPr kumimoji="0" lang="en-US" sz="1100" b="0" u="none" strike="noStrike" kern="1200" cap="none" spc="-29" normalizeH="0" baseline="0" noProof="0" dirty="0">
              <a:ln>
                <a:noFill/>
              </a:ln>
              <a:solidFill>
                <a:srgbClr val="2F2F2F"/>
              </a:solidFill>
              <a:effectLst/>
              <a:uLnTx/>
              <a:uFillTx/>
              <a:latin typeface="Segoe UI"/>
              <a:ea typeface="+mn-ea"/>
              <a:cs typeface="Segoe UI"/>
            </a:endParaRPr>
          </a:p>
        </p:txBody>
      </p:sp>
      <p:pic>
        <p:nvPicPr>
          <p:cNvPr id="63" name="Graphic 62" descr="Employee badge with solid fill">
            <a:extLst>
              <a:ext uri="{FF2B5EF4-FFF2-40B4-BE49-F238E27FC236}">
                <a16:creationId xmlns:a16="http://schemas.microsoft.com/office/drawing/2014/main" id="{3250A952-3706-0658-2D88-C58E83C431C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522" y="1237795"/>
            <a:ext cx="665366" cy="665366"/>
          </a:xfrm>
          <a:prstGeom prst="rect">
            <a:avLst/>
          </a:prstGeom>
        </p:spPr>
      </p:pic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565AF517-31AD-AD54-3B90-1C03B87F9CE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 bwMode="auto">
          <a:xfrm>
            <a:off x="8404950" y="1285204"/>
            <a:ext cx="3247881" cy="1139534"/>
          </a:xfrm>
          <a:prstGeom prst="roundRect">
            <a:avLst>
              <a:gd name="adj" fmla="val 13604"/>
            </a:avLst>
          </a:prstGeom>
          <a:solidFill>
            <a:schemeClr val="bg1"/>
          </a:solidFill>
          <a:ln w="9525">
            <a:noFill/>
            <a:headEnd type="none" w="med" len="med"/>
            <a:tailEnd type="none" w="med" len="med"/>
          </a:ln>
          <a:effectLst>
            <a:outerShdw blurRad="228600" dist="38100" dir="2700026" rotWithShape="0">
              <a:scrgbClr r="0" g="0" b="0">
                <a:alpha val="9000"/>
              </a:scrgbClr>
            </a:outerShdw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3716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spc="-29" dirty="0">
                <a:solidFill>
                  <a:srgbClr val="2F2F2F"/>
                </a:solidFill>
                <a:latin typeface="Segoe UI" panose="020B0502040204020203" pitchFamily="34" charset="0"/>
                <a:cs typeface="Segoe UI"/>
              </a:rPr>
              <a:t>Insert sample prompt here</a:t>
            </a:r>
            <a:endParaRPr kumimoji="0" lang="en-US" sz="1100" b="0" u="none" strike="noStrike" kern="1200" cap="none" spc="-29" normalizeH="0" baseline="0" noProof="0" dirty="0">
              <a:ln>
                <a:noFill/>
              </a:ln>
              <a:solidFill>
                <a:srgbClr val="2F2F2F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526092709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MASTER - Data and AI">
  <a:themeElements>
    <a:clrScheme name="Data &amp; AI Day - Light">
      <a:dk1>
        <a:srgbClr val="080808"/>
      </a:dk1>
      <a:lt1>
        <a:srgbClr val="FFFFFF"/>
      </a:lt1>
      <a:dk2>
        <a:srgbClr val="243A5E"/>
      </a:dk2>
      <a:lt2>
        <a:srgbClr val="E6E6E6"/>
      </a:lt2>
      <a:accent1>
        <a:srgbClr val="0078D4"/>
      </a:accent1>
      <a:accent2>
        <a:srgbClr val="2A446F"/>
      </a:accent2>
      <a:accent3>
        <a:srgbClr val="C03BC4"/>
      </a:accent3>
      <a:accent4>
        <a:srgbClr val="FFB900"/>
      </a:accent4>
      <a:accent5>
        <a:srgbClr val="FF9349"/>
      </a:accent5>
      <a:accent6>
        <a:srgbClr val="9BF00B"/>
      </a:accent6>
      <a:hlink>
        <a:srgbClr val="0078D4"/>
      </a:hlink>
      <a:folHlink>
        <a:srgbClr val="0078D4"/>
      </a:folHlink>
    </a:clrScheme>
    <a:fontScheme name="Microsoft 2019 Brand Templates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2000" dirty="0" err="1" smtClean="0">
            <a:solidFill>
              <a:srgbClr val="FFFFFF"/>
            </a:soli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Orange">
      <a:srgbClr val="FF9349"/>
    </a:custClr>
    <a:custClr name="Light Yellow">
      <a:srgbClr val="FEF000"/>
    </a:custClr>
    <a:custClr name="Light Green">
      <a:srgbClr val="9BF00B"/>
    </a:custClr>
    <a:custClr name="Light Teal">
      <a:srgbClr val="30E5D0"/>
    </a:custClr>
    <a:custClr name="Light Blue">
      <a:srgbClr val="50E6FF"/>
    </a:custClr>
    <a:custClr name="Light Purple">
      <a:srgbClr val="D59DFF"/>
    </a:custClr>
    <a:custClr name="White">
      <a:srgbClr val="FFFFFF"/>
    </a:custClr>
    <a:custClr name="Extra Light Gray">
      <a:srgbClr val="F2F2F2"/>
    </a:custClr>
    <a:custClr name="Light Gray">
      <a:srgbClr val="E6E6E6"/>
    </a:custClr>
    <a:custClr name="Gray">
      <a:srgbClr val="D2D2D2"/>
    </a:custClr>
    <a:custClr name="Orange">
      <a:srgbClr val="D83B01"/>
    </a:custClr>
    <a:custClr name="Yellow">
      <a:srgbClr val="FFB900"/>
    </a:custClr>
    <a:custClr name="Green">
      <a:srgbClr val="107C10"/>
    </a:custClr>
    <a:custClr name="Teal">
      <a:srgbClr val="008575"/>
    </a:custClr>
    <a:custClr name="Blue">
      <a:srgbClr val="0078D4"/>
    </a:custClr>
    <a:custClr name="Purple">
      <a:srgbClr val="8661C5"/>
    </a:custClr>
    <a:custClr name="Mid Gray">
      <a:srgbClr val="737373"/>
    </a:custClr>
    <a:custClr name="Dark Gray">
      <a:srgbClr val="505050"/>
    </a:custClr>
    <a:custClr name="Extra Dark Gray">
      <a:srgbClr val="2F2F2F"/>
    </a:custClr>
    <a:custClr name="Rick Black">
      <a:srgbClr val="000000"/>
    </a:custClr>
    <a:custClr name="Dark Orange">
      <a:srgbClr val="6B2929"/>
    </a:custClr>
    <a:custClr name="Dark Yellow">
      <a:srgbClr val="6A4B16"/>
    </a:custClr>
    <a:custClr name="Dark Green">
      <a:srgbClr val="054B16"/>
    </a:custClr>
    <a:custClr name="Dark Teal">
      <a:srgbClr val="274B47"/>
    </a:custClr>
    <a:custClr name="Dark Blue">
      <a:srgbClr val="243A5E"/>
    </a:custClr>
    <a:custClr name="Dark Purple">
      <a:srgbClr val="3B2E58"/>
    </a:custClr>
  </a:custClrLst>
  <a:extLst>
    <a:ext uri="{05A4C25C-085E-4340-85A3-A5531E510DB2}">
      <thm15:themeFamily xmlns:thm15="http://schemas.microsoft.com/office/thememl/2012/main" name="Presentation1" id="{41CCA53D-B460-4B1C-BA96-5C805463CB5A}" vid="{90BF9D22-BCF9-4590-811A-E823EC0C854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172</Words>
  <Application>Microsoft Office PowerPoint</Application>
  <PresentationFormat>Widescreen</PresentationFormat>
  <Paragraphs>27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Aptos</vt:lpstr>
      <vt:lpstr>Arial</vt:lpstr>
      <vt:lpstr>Arial Black</vt:lpstr>
      <vt:lpstr>Segoe UI</vt:lpstr>
      <vt:lpstr>Segoe UI Semibold</vt:lpstr>
      <vt:lpstr>Times New Roman</vt:lpstr>
      <vt:lpstr>Wingdings</vt:lpstr>
      <vt:lpstr>MASTER - Data and AI</vt:lpstr>
      <vt:lpstr>Template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</dc:title>
  <dc:creator>Amrita Chouhan</dc:creator>
  <cp:lastModifiedBy>Wilfred Yuen</cp:lastModifiedBy>
  <cp:revision>2</cp:revision>
  <dcterms:created xsi:type="dcterms:W3CDTF">2024-03-21T06:12:19Z</dcterms:created>
  <dcterms:modified xsi:type="dcterms:W3CDTF">2024-03-21T06:40:59Z</dcterms:modified>
</cp:coreProperties>
</file>